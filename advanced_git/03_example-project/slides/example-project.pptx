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4" r:id="rId2"/>
    <p:sldMasterId id="2147483669" r:id="rId3"/>
  </p:sldMasterIdLst>
  <p:notesMasterIdLst>
    <p:notesMasterId r:id="rId24"/>
  </p:notesMasterIdLst>
  <p:sldIdLst>
    <p:sldId id="256" r:id="rId4"/>
    <p:sldId id="275" r:id="rId5"/>
    <p:sldId id="348" r:id="rId6"/>
    <p:sldId id="332" r:id="rId7"/>
    <p:sldId id="334" r:id="rId8"/>
    <p:sldId id="338" r:id="rId9"/>
    <p:sldId id="335" r:id="rId10"/>
    <p:sldId id="336" r:id="rId11"/>
    <p:sldId id="337" r:id="rId12"/>
    <p:sldId id="339" r:id="rId13"/>
    <p:sldId id="340" r:id="rId14"/>
    <p:sldId id="341" r:id="rId15"/>
    <p:sldId id="342" r:id="rId16"/>
    <p:sldId id="343" r:id="rId17"/>
    <p:sldId id="344" r:id="rId18"/>
    <p:sldId id="345" r:id="rId19"/>
    <p:sldId id="329" r:id="rId20"/>
    <p:sldId id="347" r:id="rId21"/>
    <p:sldId id="346" r:id="rId22"/>
    <p:sldId id="310" r:id="rId23"/>
  </p:sldIdLst>
  <p:sldSz cx="9144000" cy="5143500" type="screen16x9"/>
  <p:notesSz cx="5143500" cy="9144000"/>
  <p:defaultTextStyle>
    <a:lvl1pPr marL="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1pPr>
    <a:lvl2pPr marL="457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2pPr>
    <a:lvl3pPr marL="914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3pPr>
    <a:lvl4pPr marL="1371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4pPr>
    <a:lvl5pPr marL="18288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6pPr>
    <a:lvl7pPr marL="2743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7pPr>
    <a:lvl8pPr marL="3200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8pPr>
    <a:lvl9pPr marL="3657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1408" autoAdjust="0"/>
    <p:restoredTop sz="80249" autoAdjust="0"/>
  </p:normalViewPr>
  <p:slideViewPr>
    <p:cSldViewPr>
      <p:cViewPr varScale="1">
        <p:scale>
          <a:sx n="72" d="100"/>
          <a:sy n="72" d="100"/>
        </p:scale>
        <p:origin x="416"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8F7CB0C0-49DF-4503-A895-63B6A9636104}" type="datetimeFigureOut">
              <a:rPr lang="de-DE" smtClean="0"/>
              <a:t>08.12.2023</a:t>
            </a:fld>
            <a:endParaRPr lang="de-DE"/>
          </a:p>
        </p:txBody>
      </p:sp>
      <p:sp>
        <p:nvSpPr>
          <p:cNvPr id="4" name="Folienbildplatzhalt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5B35F582-2BB5-4FDB-A562-5DF7B427756D}" type="slidenum">
              <a:rPr lang="de-DE" smtClean="0"/>
              <a:t>‹Nr.›</a:t>
            </a:fld>
            <a:endParaRPr lang="de-DE"/>
          </a:p>
        </p:txBody>
      </p:sp>
    </p:spTree>
    <p:extLst>
      <p:ext uri="{BB962C8B-B14F-4D97-AF65-F5344CB8AC3E}">
        <p14:creationId xmlns:p14="http://schemas.microsoft.com/office/powerpoint/2010/main" val="814984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2</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3</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4</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5</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spcAft>
                <a:spcPts val="1800"/>
              </a:spcAft>
            </a:pPr>
            <a:endParaRPr lang="en-US" sz="1200" b="0" noProof="0"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6</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7</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8</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9</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10</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11</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12</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spcAft>
                <a:spcPts val="1800"/>
              </a:spcAft>
            </a:pPr>
            <a:endParaRPr lang="en-US" sz="1200" b="0" noProof="0"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13</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spcAft>
                <a:spcPts val="1800"/>
              </a:spcAft>
            </a:pPr>
            <a:endParaRPr lang="en-US" sz="1200" b="0" noProof="0"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14</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spcAft>
                <a:spcPts val="1800"/>
              </a:spcAft>
            </a:pPr>
            <a:endParaRPr lang="en-US" sz="1200" b="0" noProof="0"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15</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16</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17</a:t>
            </a:fld>
            <a:endParaRPr lang="de-DE" dirty="0"/>
          </a:p>
        </p:txBody>
      </p:sp>
    </p:spTree>
    <p:extLst>
      <p:ext uri="{BB962C8B-B14F-4D97-AF65-F5344CB8AC3E}">
        <p14:creationId xmlns:p14="http://schemas.microsoft.com/office/powerpoint/2010/main" val="3922030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DF1895BC-06EC-475A-97CA-BF53472F2E03}" type="slidenum">
              <a:rPr lang="de-DE" smtClean="0"/>
              <a:pPr/>
              <a:t>18</a:t>
            </a:fld>
            <a:endParaRPr lang="de-DE" dirty="0"/>
          </a:p>
        </p:txBody>
      </p:sp>
    </p:spTree>
    <p:extLst>
      <p:ext uri="{BB962C8B-B14F-4D97-AF65-F5344CB8AC3E}">
        <p14:creationId xmlns:p14="http://schemas.microsoft.com/office/powerpoint/2010/main" val="3922030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4" name="Titel 1"/>
          <p:cNvSpPr>
            <a:spLocks noGrp="1"/>
          </p:cNvSpPr>
          <p:nvPr>
            <p:ph type="ctrTitle"/>
          </p:nvPr>
        </p:nvSpPr>
        <p:spPr bwMode="auto">
          <a:xfrm>
            <a:off x="360045" y="1285240"/>
            <a:ext cx="5868035" cy="699769"/>
          </a:xfrm>
          <a:prstGeom prst="rect">
            <a:avLst/>
          </a:prstGeom>
        </p:spPr>
        <p:txBody>
          <a:bodyPr vert="horz" wrap="square" lIns="0" tIns="0" rIns="0" bIns="0" numCol="1" spcCol="215899" anchor="t">
            <a:prstTxWarp prst="textNoShape">
              <a:avLst/>
            </a:prstTxWarp>
          </a:bodyPr>
          <a:lstStyle>
            <a:lvl1pPr algn="l">
              <a:defRPr sz="2200" b="1"/>
            </a:lvl1pPr>
            <a:lvl2pPr>
              <a:defRPr/>
            </a:lvl2pPr>
            <a:lvl3pPr>
              <a:defRPr/>
            </a:lvl3pPr>
            <a:lvl4pPr>
              <a:defRPr/>
            </a:lvl4pPr>
            <a:lvl5pPr>
              <a:defRPr/>
            </a:lvl5pPr>
            <a:lvl6pPr>
              <a:defRPr/>
            </a:lvl6pPr>
            <a:lvl7pPr>
              <a:defRPr/>
            </a:lvl7pPr>
            <a:lvl8pPr>
              <a:defRPr/>
            </a:lvl8pPr>
            <a:lvl9pPr>
              <a:defRPr/>
            </a:lvl9pPr>
          </a:lstStyle>
          <a:p>
            <a:pPr>
              <a:defRPr/>
            </a:pPr>
            <a:r>
              <a:t>Präsentationstitel</a:t>
            </a:r>
            <a:br>
              <a:rPr/>
            </a:br>
            <a:r>
              <a:t>Auch zweizeilig möglich</a:t>
            </a:r>
          </a:p>
        </p:txBody>
      </p:sp>
      <p:sp>
        <p:nvSpPr>
          <p:cNvPr id="5" name="Untertitel 2"/>
          <p:cNvSpPr>
            <a:spLocks noGrp="1"/>
          </p:cNvSpPr>
          <p:nvPr>
            <p:ph type="subTitle" idx="1"/>
          </p:nvPr>
        </p:nvSpPr>
        <p:spPr bwMode="auto">
          <a:xfrm>
            <a:off x="360045" y="2113280"/>
            <a:ext cx="5868035" cy="692785"/>
          </a:xfrm>
          <a:prstGeom prst="rect">
            <a:avLst/>
          </a:prstGeom>
        </p:spPr>
        <p:txBody>
          <a:bodyPr vert="horz" wrap="square" lIns="0" tIns="0" rIns="0" bIns="0" numCol="1" spcCol="215899" anchor="t">
            <a:prstTxWarp prst="textNoShape">
              <a:avLst/>
            </a:prstTxWarp>
          </a:bodyPr>
          <a:lstStyle>
            <a:lvl1pPr marL="0" indent="0" algn="l">
              <a:lnSpc>
                <a:spcPts val="1800"/>
              </a:lnSpc>
              <a:buNone/>
              <a:defRPr sz="2000">
                <a:solidFill>
                  <a:schemeClr val="bg1"/>
                </a:solidFill>
              </a:defRPr>
            </a:lvl1pPr>
            <a:lvl2pPr marL="457200" indent="0" algn="ctr">
              <a:buNone/>
              <a:defRPr>
                <a:solidFill>
                  <a:srgbClr val="8C8C8C"/>
                </a:solidFill>
              </a:defRPr>
            </a:lvl2pPr>
            <a:lvl3pPr marL="914400" indent="0" algn="ctr">
              <a:buNone/>
              <a:defRPr>
                <a:solidFill>
                  <a:srgbClr val="8C8C8C"/>
                </a:solidFill>
              </a:defRPr>
            </a:lvl3pPr>
            <a:lvl4pPr marL="1371600" indent="0" algn="ctr">
              <a:buNone/>
              <a:defRPr>
                <a:solidFill>
                  <a:srgbClr val="8C8C8C"/>
                </a:solidFill>
              </a:defRPr>
            </a:lvl4pPr>
            <a:lvl5pPr marL="1828800" indent="0" algn="ctr">
              <a:buNone/>
              <a:defRPr>
                <a:solidFill>
                  <a:srgbClr val="8C8C8C"/>
                </a:solidFill>
              </a:defRPr>
            </a:lvl5pPr>
            <a:lvl6pPr marL="2286000" indent="0" algn="ctr">
              <a:buNone/>
              <a:defRPr>
                <a:solidFill>
                  <a:srgbClr val="8C8C8C"/>
                </a:solidFill>
              </a:defRPr>
            </a:lvl6pPr>
            <a:lvl7pPr marL="2743200" indent="0" algn="ctr">
              <a:buNone/>
              <a:defRPr>
                <a:solidFill>
                  <a:srgbClr val="8C8C8C"/>
                </a:solidFill>
              </a:defRPr>
            </a:lvl7pPr>
            <a:lvl8pPr marL="3200400" indent="0" algn="ctr">
              <a:buNone/>
              <a:defRPr>
                <a:solidFill>
                  <a:srgbClr val="8C8C8C"/>
                </a:solidFill>
              </a:defRPr>
            </a:lvl8pPr>
            <a:lvl9pPr marL="3657600" indent="0" algn="ctr">
              <a:buNone/>
              <a:defRPr>
                <a:solidFill>
                  <a:srgbClr val="8C8C8C"/>
                </a:solidFill>
              </a:defRPr>
            </a:lvl9pPr>
          </a:lstStyle>
          <a:p>
            <a:pPr>
              <a:defRPr/>
            </a:pPr>
            <a:r>
              <a:t>Eventuelle Subheadline,</a:t>
            </a:r>
          </a:p>
          <a:p>
            <a:pPr>
              <a:defRPr/>
            </a:pPr>
            <a:r>
              <a:t>ebenfalls zweizeilig möglich</a:t>
            </a:r>
          </a:p>
        </p:txBody>
      </p:sp>
    </p:spTree>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blank" userDrawn="1">
  <p:cSld name="Mischspaltig_Energie">
    <p:spTree>
      <p:nvGrpSpPr>
        <p:cNvPr id="1" name=""/>
        <p:cNvGrpSpPr/>
        <p:nvPr/>
      </p:nvGrpSpPr>
      <p:grpSpPr bwMode="auto">
        <a:xfrm>
          <a:off x="0" y="0"/>
          <a:ext cx="0" cy="0"/>
          <a:chOff x="0" y="0"/>
          <a:chExt cx="0" cy="0"/>
        </a:xfrm>
      </p:grpSpPr>
      <p:sp>
        <p:nvSpPr>
          <p:cNvPr id="4" name="Titel 1"/>
          <p:cNvSpPr>
            <a:spLocks noGrp="1"/>
          </p:cNvSpPr>
          <p:nvPr>
            <p:ph type="title"/>
          </p:nvPr>
        </p:nvSpPr>
        <p:spPr bwMode="auto">
          <a:xfrm>
            <a:off x="360045" y="219710"/>
            <a:ext cx="8423910" cy="372110"/>
          </a:xfrm>
          <a:prstGeom prst="rect">
            <a:avLst/>
          </a:prstGeom>
        </p:spPr>
        <p:txBody>
          <a:bodyPr/>
          <a:lstStyle/>
          <a:p>
            <a:pPr>
              <a:defRPr/>
            </a:pPr>
            <a:r>
              <a:t>Folientitel, insgesamt zweizeilig</a:t>
            </a:r>
          </a:p>
        </p:txBody>
      </p:sp>
      <p:sp>
        <p:nvSpPr>
          <p:cNvPr id="5" name="Textplatzhalter 9"/>
          <p:cNvSpPr>
            <a:spLocks noGrp="1"/>
          </p:cNvSpPr>
          <p:nvPr>
            <p:ph idx="14"/>
          </p:nvPr>
        </p:nvSpPr>
        <p:spPr bwMode="auto">
          <a:xfrm>
            <a:off x="358775" y="691515"/>
            <a:ext cx="8423910" cy="266065"/>
          </a:xfrm>
          <a:prstGeom prst="rect">
            <a:avLst/>
          </a:prstGeo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10"/>
          <p:cNvSpPr>
            <a:spLocks noGrp="1"/>
          </p:cNvSpPr>
          <p:nvPr>
            <p:ph idx="16"/>
          </p:nvPr>
        </p:nvSpPr>
        <p:spPr bwMode="auto">
          <a:xfrm>
            <a:off x="360045" y="1311275"/>
            <a:ext cx="6264910" cy="1260475"/>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Bildplatzhalter 5"/>
          <p:cNvSpPr>
            <a:spLocks noGrp="1"/>
          </p:cNvSpPr>
          <p:nvPr>
            <p:ph type="pic" sz="quarter" idx="17"/>
          </p:nvPr>
        </p:nvSpPr>
        <p:spPr bwMode="auto">
          <a:xfrm>
            <a:off x="358775" y="2879725"/>
            <a:ext cx="4105275" cy="185420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a:defRPr/>
            </a:pPr>
            <a:r>
              <a:t>Bild durch Klicken auf Symbol hinzufügen</a:t>
            </a:r>
          </a:p>
        </p:txBody>
      </p:sp>
      <p:sp>
        <p:nvSpPr>
          <p:cNvPr id="8" name="Bildplatzhalter 8"/>
          <p:cNvSpPr>
            <a:spLocks noGrp="1"/>
          </p:cNvSpPr>
          <p:nvPr>
            <p:ph type="pic" sz="quarter" idx="18"/>
          </p:nvPr>
        </p:nvSpPr>
        <p:spPr bwMode="auto">
          <a:xfrm>
            <a:off x="4679950" y="2879725"/>
            <a:ext cx="4105275" cy="1854200"/>
          </a:xfrm>
          <a:prstGeom prst="rect">
            <a:avLst/>
          </a:prstGeo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a:defRPr/>
            </a:pPr>
            <a:r>
              <a:t>Bild durch Klicken auf Symbol hinzufügen</a:t>
            </a:r>
          </a:p>
        </p:txBody>
      </p:sp>
      <p:sp>
        <p:nvSpPr>
          <p:cNvPr id="9" name="Textplatzhalter 12"/>
          <p:cNvSpPr>
            <a:spLocks noGrp="1"/>
          </p:cNvSpPr>
          <p:nvPr>
            <p:ph idx="19"/>
          </p:nvPr>
        </p:nvSpPr>
        <p:spPr bwMode="auto">
          <a:xfrm>
            <a:off x="358775" y="2760980"/>
            <a:ext cx="4105275" cy="107949"/>
          </a:xfrm>
          <a:prstGeom prst="rect">
            <a:avLst/>
          </a:prstGeom>
        </p:spPr>
        <p:txBody>
          <a:bodyPr/>
          <a:lstStyle>
            <a:lvl1pPr marL="0" indent="0">
              <a:lnSpc>
                <a:spcPts val="800"/>
              </a:lnSpc>
              <a:spcBef>
                <a:spcPts val="0"/>
              </a:spcBef>
              <a:buNone/>
              <a:defRPr sz="800"/>
            </a:lvl1pPr>
            <a:lvl2pPr>
              <a:defRPr/>
            </a:lvl2pPr>
            <a:lvl3pPr>
              <a:defRPr/>
            </a:lvl3pPr>
            <a:lvl4pPr>
              <a:defRPr/>
            </a:lvl4pPr>
            <a:lvl5pPr>
              <a:defRPr/>
            </a:lvl5pPr>
            <a:lvl6pPr>
              <a:defRPr/>
            </a:lvl6pPr>
            <a:lvl7pPr>
              <a:defRPr/>
            </a:lvl7pPr>
            <a:lvl8pPr>
              <a:defRPr/>
            </a:lvl8pPr>
            <a:lvl9pPr>
              <a:defRPr/>
            </a:lvl9pPr>
          </a:lstStyle>
          <a:p>
            <a:pPr>
              <a:defRPr/>
            </a:pPr>
            <a:r>
              <a:t>Bildunterschrift</a:t>
            </a:r>
          </a:p>
        </p:txBody>
      </p:sp>
      <p:sp>
        <p:nvSpPr>
          <p:cNvPr id="10" name="Textplatzhalter 14"/>
          <p:cNvSpPr>
            <a:spLocks noGrp="1"/>
          </p:cNvSpPr>
          <p:nvPr>
            <p:ph idx="20"/>
          </p:nvPr>
        </p:nvSpPr>
        <p:spPr bwMode="auto">
          <a:xfrm>
            <a:off x="4679950" y="2760980"/>
            <a:ext cx="4105275" cy="107949"/>
          </a:xfrm>
          <a:prstGeom prst="rect">
            <a:avLst/>
          </a:prstGeom>
        </p:spPr>
        <p:txBody>
          <a:bodyPr/>
          <a:lstStyle>
            <a:lvl1pPr marL="0" indent="0">
              <a:lnSpc>
                <a:spcPts val="800"/>
              </a:lnSpc>
              <a:spcBef>
                <a:spcPts val="0"/>
              </a:spcBef>
              <a:buNone/>
              <a:defRPr sz="800"/>
            </a:lvl1pPr>
            <a:lvl2pPr>
              <a:defRPr/>
            </a:lvl2pPr>
            <a:lvl3pPr>
              <a:defRPr/>
            </a:lvl3pPr>
            <a:lvl4pPr>
              <a:defRPr/>
            </a:lvl4pPr>
            <a:lvl5pPr>
              <a:defRPr/>
            </a:lvl5pPr>
            <a:lvl6pPr>
              <a:defRPr/>
            </a:lvl6pPr>
            <a:lvl7pPr>
              <a:defRPr/>
            </a:lvl7pPr>
            <a:lvl8pPr>
              <a:defRPr/>
            </a:lvl8pPr>
            <a:lvl9pPr>
              <a:defRPr/>
            </a:lvl9pPr>
          </a:lstStyle>
          <a:p>
            <a:pPr>
              <a:defRPr/>
            </a:pPr>
            <a:r>
              <a:t>Bildunterschrift</a:t>
            </a:r>
          </a:p>
        </p:txBody>
      </p:sp>
    </p:spTree>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blank" userDrawn="1">
  <p:cSld name="Zweispaltig_Erde und Umwelt">
    <p:spTree>
      <p:nvGrpSpPr>
        <p:cNvPr id="1" name=""/>
        <p:cNvGrpSpPr/>
        <p:nvPr/>
      </p:nvGrpSpPr>
      <p:grpSpPr bwMode="auto">
        <a:xfrm>
          <a:off x="0" y="0"/>
          <a:ext cx="0" cy="0"/>
          <a:chOff x="0" y="0"/>
          <a:chExt cx="0" cy="0"/>
        </a:xfrm>
      </p:grpSpPr>
      <p:sp>
        <p:nvSpPr>
          <p:cNvPr id="4" name="Titel 1"/>
          <p:cNvSpPr>
            <a:spLocks noGrp="1"/>
          </p:cNvSpPr>
          <p:nvPr>
            <p:ph type="title"/>
          </p:nvPr>
        </p:nvSpPr>
        <p:spPr bwMode="auto">
          <a:xfrm>
            <a:off x="360045" y="219710"/>
            <a:ext cx="8423910" cy="372110"/>
          </a:xfrm>
          <a:prstGeom prst="rect">
            <a:avLst/>
          </a:prstGeom>
        </p:spPr>
        <p:txBody>
          <a:bodyPr/>
          <a:lstStyle/>
          <a:p>
            <a:pPr>
              <a:defRPr/>
            </a:pPr>
            <a:r>
              <a:t>Folientitel, insgesamt zweizeilig</a:t>
            </a:r>
          </a:p>
        </p:txBody>
      </p:sp>
      <p:sp>
        <p:nvSpPr>
          <p:cNvPr id="5" name="Textplatzhalter 9"/>
          <p:cNvSpPr>
            <a:spLocks noGrp="1"/>
          </p:cNvSpPr>
          <p:nvPr>
            <p:ph idx="14"/>
          </p:nvPr>
        </p:nvSpPr>
        <p:spPr bwMode="auto">
          <a:xfrm>
            <a:off x="358775" y="691515"/>
            <a:ext cx="8423910" cy="266065"/>
          </a:xfrm>
          <a:prstGeom prst="rect">
            <a:avLst/>
          </a:prstGeo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6"/>
          <p:cNvSpPr>
            <a:spLocks noGrp="1"/>
          </p:cNvSpPr>
          <p:nvPr>
            <p:ph idx="15"/>
          </p:nvPr>
        </p:nvSpPr>
        <p:spPr bwMode="auto">
          <a:xfrm>
            <a:off x="358775" y="1311275"/>
            <a:ext cx="41052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Inhaltsplatzhalter 10"/>
          <p:cNvSpPr>
            <a:spLocks noGrp="1"/>
          </p:cNvSpPr>
          <p:nvPr>
            <p:ph idx="16"/>
          </p:nvPr>
        </p:nvSpPr>
        <p:spPr bwMode="auto">
          <a:xfrm>
            <a:off x="4679950" y="1311275"/>
            <a:ext cx="40925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Tree>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blank" userDrawn="1">
  <p:cSld name="Titel_Gesundheit">
    <p:spTree>
      <p:nvGrpSpPr>
        <p:cNvPr id="1" name=""/>
        <p:cNvGrpSpPr/>
        <p:nvPr/>
      </p:nvGrpSpPr>
      <p:grpSpPr bwMode="auto">
        <a:xfrm>
          <a:off x="0" y="0"/>
          <a:ext cx="0" cy="0"/>
          <a:chOff x="0" y="0"/>
          <a:chExt cx="0" cy="0"/>
        </a:xfrm>
      </p:grpSpPr>
      <p:sp>
        <p:nvSpPr>
          <p:cNvPr id="4" name="Titel 1"/>
          <p:cNvSpPr>
            <a:spLocks noGrp="1"/>
          </p:cNvSpPr>
          <p:nvPr>
            <p:ph type="ctrTitle"/>
          </p:nvPr>
        </p:nvSpPr>
        <p:spPr bwMode="auto">
          <a:xfrm>
            <a:off x="360045" y="219710"/>
            <a:ext cx="8425180" cy="339725"/>
          </a:xfrm>
          <a:prstGeom prst="rect">
            <a:avLst/>
          </a:prstGeom>
        </p:spPr>
        <p:txBody>
          <a:bodyPr vert="horz" wrap="square" lIns="0" tIns="0" rIns="0" bIns="0" numCol="1" spcCol="215899" anchor="t">
            <a:prstTxWarp prst="textNoShape">
              <a:avLst/>
            </a:prstTxWarp>
          </a:bodyPr>
          <a:lstStyle>
            <a:lvl1pPr algn="l">
              <a:defRPr sz="2200" b="1">
                <a:solidFill>
                  <a:schemeClr val="accent1"/>
                </a:solidFill>
              </a:defRPr>
            </a:lvl1pPr>
            <a:lvl2pPr>
              <a:defRPr/>
            </a:lvl2pPr>
            <a:lvl3pPr>
              <a:defRPr/>
            </a:lvl3pPr>
            <a:lvl4pPr>
              <a:defRPr/>
            </a:lvl4pPr>
            <a:lvl5pPr>
              <a:defRPr/>
            </a:lvl5pPr>
            <a:lvl6pPr>
              <a:defRPr/>
            </a:lvl6pPr>
            <a:lvl7pPr>
              <a:defRPr/>
            </a:lvl7pPr>
            <a:lvl8pPr>
              <a:defRPr/>
            </a:lvl8pPr>
            <a:lvl9pPr>
              <a:defRPr/>
            </a:lvl9pPr>
          </a:lstStyle>
          <a:p>
            <a:pPr>
              <a:defRPr/>
            </a:pPr>
            <a:r>
              <a:t>Zwischentitel grafisch, Insgesamt Zweizeilig</a:t>
            </a:r>
          </a:p>
        </p:txBody>
      </p:sp>
    </p:spTree>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blank" userDrawn="1">
  <p:cSld name="Zweispaltig_Gesundheit">
    <p:spTree>
      <p:nvGrpSpPr>
        <p:cNvPr id="1" name=""/>
        <p:cNvGrpSpPr/>
        <p:nvPr/>
      </p:nvGrpSpPr>
      <p:grpSpPr bwMode="auto">
        <a:xfrm>
          <a:off x="0" y="0"/>
          <a:ext cx="0" cy="0"/>
          <a:chOff x="0" y="0"/>
          <a:chExt cx="0" cy="0"/>
        </a:xfrm>
      </p:grpSpPr>
      <p:sp>
        <p:nvSpPr>
          <p:cNvPr id="4" name="Titel 1"/>
          <p:cNvSpPr>
            <a:spLocks noGrp="1"/>
          </p:cNvSpPr>
          <p:nvPr>
            <p:ph type="title"/>
          </p:nvPr>
        </p:nvSpPr>
        <p:spPr bwMode="auto">
          <a:xfrm>
            <a:off x="360045" y="219710"/>
            <a:ext cx="8423910" cy="372110"/>
          </a:xfrm>
          <a:prstGeom prst="rect">
            <a:avLst/>
          </a:prstGeom>
        </p:spPr>
        <p:txBody>
          <a:bodyPr/>
          <a:lstStyle/>
          <a:p>
            <a:pPr>
              <a:defRPr/>
            </a:pPr>
            <a:r>
              <a:t>Folientitel, insgesamt zweizeilig</a:t>
            </a:r>
          </a:p>
        </p:txBody>
      </p:sp>
      <p:sp>
        <p:nvSpPr>
          <p:cNvPr id="5" name="Textplatzhalter 9"/>
          <p:cNvSpPr>
            <a:spLocks noGrp="1"/>
          </p:cNvSpPr>
          <p:nvPr>
            <p:ph idx="14"/>
          </p:nvPr>
        </p:nvSpPr>
        <p:spPr bwMode="auto">
          <a:xfrm>
            <a:off x="358775" y="691515"/>
            <a:ext cx="8423910" cy="266065"/>
          </a:xfrm>
          <a:prstGeom prst="rect">
            <a:avLst/>
          </a:prstGeo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6"/>
          <p:cNvSpPr>
            <a:spLocks noGrp="1"/>
          </p:cNvSpPr>
          <p:nvPr>
            <p:ph idx="15"/>
          </p:nvPr>
        </p:nvSpPr>
        <p:spPr bwMode="auto">
          <a:xfrm>
            <a:off x="358775" y="1311275"/>
            <a:ext cx="41052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Inhaltsplatzhalter 10"/>
          <p:cNvSpPr>
            <a:spLocks noGrp="1"/>
          </p:cNvSpPr>
          <p:nvPr>
            <p:ph idx="16"/>
          </p:nvPr>
        </p:nvSpPr>
        <p:spPr bwMode="auto">
          <a:xfrm>
            <a:off x="4679950" y="1311275"/>
            <a:ext cx="40925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Tree>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blank" userDrawn="1">
  <p:cSld name="Titel_Verkehr und Weltraum">
    <p:spTree>
      <p:nvGrpSpPr>
        <p:cNvPr id="1" name=""/>
        <p:cNvGrpSpPr/>
        <p:nvPr/>
      </p:nvGrpSpPr>
      <p:grpSpPr bwMode="auto">
        <a:xfrm>
          <a:off x="0" y="0"/>
          <a:ext cx="0" cy="0"/>
          <a:chOff x="0" y="0"/>
          <a:chExt cx="0" cy="0"/>
        </a:xfrm>
      </p:grpSpPr>
      <p:sp>
        <p:nvSpPr>
          <p:cNvPr id="4" name="Titel 1"/>
          <p:cNvSpPr>
            <a:spLocks noGrp="1"/>
          </p:cNvSpPr>
          <p:nvPr>
            <p:ph type="ctrTitle"/>
          </p:nvPr>
        </p:nvSpPr>
        <p:spPr bwMode="auto">
          <a:xfrm>
            <a:off x="360045" y="219710"/>
            <a:ext cx="8425180" cy="339725"/>
          </a:xfrm>
          <a:prstGeom prst="rect">
            <a:avLst/>
          </a:prstGeom>
        </p:spPr>
        <p:txBody>
          <a:bodyPr vert="horz" wrap="square" lIns="0" tIns="0" rIns="0" bIns="0" numCol="1" spcCol="215899" anchor="t">
            <a:prstTxWarp prst="textNoShape">
              <a:avLst/>
            </a:prstTxWarp>
          </a:bodyPr>
          <a:lstStyle>
            <a:lvl1pPr algn="l">
              <a:defRPr sz="2200" b="1">
                <a:solidFill>
                  <a:schemeClr val="accent1"/>
                </a:solidFill>
              </a:defRPr>
            </a:lvl1pPr>
            <a:lvl2pPr>
              <a:defRPr/>
            </a:lvl2pPr>
            <a:lvl3pPr>
              <a:defRPr/>
            </a:lvl3pPr>
            <a:lvl4pPr>
              <a:defRPr/>
            </a:lvl4pPr>
            <a:lvl5pPr>
              <a:defRPr/>
            </a:lvl5pPr>
            <a:lvl6pPr>
              <a:defRPr/>
            </a:lvl6pPr>
            <a:lvl7pPr>
              <a:defRPr/>
            </a:lvl7pPr>
            <a:lvl8pPr>
              <a:defRPr/>
            </a:lvl8pPr>
            <a:lvl9pPr>
              <a:defRPr/>
            </a:lvl9pPr>
          </a:lstStyle>
          <a:p>
            <a:pPr>
              <a:defRPr/>
            </a:pPr>
            <a:r>
              <a:t>Zwischentitel grafisch, Insgesamt Zweizeilig</a:t>
            </a:r>
          </a:p>
        </p:txBody>
      </p:sp>
    </p:spTree>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userDrawn="1">
  <p:cSld name="Zweispaltig_Verkehr und Weltraum">
    <p:spTree>
      <p:nvGrpSpPr>
        <p:cNvPr id="1" name=""/>
        <p:cNvGrpSpPr/>
        <p:nvPr/>
      </p:nvGrpSpPr>
      <p:grpSpPr bwMode="auto">
        <a:xfrm>
          <a:off x="0" y="0"/>
          <a:ext cx="0" cy="0"/>
          <a:chOff x="0" y="0"/>
          <a:chExt cx="0" cy="0"/>
        </a:xfrm>
      </p:grpSpPr>
      <p:sp>
        <p:nvSpPr>
          <p:cNvPr id="4" name="Titel 1"/>
          <p:cNvSpPr>
            <a:spLocks noGrp="1"/>
          </p:cNvSpPr>
          <p:nvPr>
            <p:ph type="title"/>
          </p:nvPr>
        </p:nvSpPr>
        <p:spPr bwMode="auto">
          <a:xfrm>
            <a:off x="360045" y="219710"/>
            <a:ext cx="8423910" cy="372110"/>
          </a:xfrm>
          <a:prstGeom prst="rect">
            <a:avLst/>
          </a:prstGeom>
        </p:spPr>
        <p:txBody>
          <a:bodyPr/>
          <a:lstStyle/>
          <a:p>
            <a:pPr>
              <a:defRPr/>
            </a:pPr>
            <a:r>
              <a:t>Folientitel, insgesamt zweizeilig</a:t>
            </a:r>
          </a:p>
        </p:txBody>
      </p:sp>
      <p:sp>
        <p:nvSpPr>
          <p:cNvPr id="5" name="Textplatzhalter 9"/>
          <p:cNvSpPr>
            <a:spLocks noGrp="1"/>
          </p:cNvSpPr>
          <p:nvPr>
            <p:ph idx="14"/>
          </p:nvPr>
        </p:nvSpPr>
        <p:spPr bwMode="auto">
          <a:xfrm>
            <a:off x="358775" y="691515"/>
            <a:ext cx="8423910" cy="266065"/>
          </a:xfrm>
          <a:prstGeom prst="rect">
            <a:avLst/>
          </a:prstGeo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6"/>
          <p:cNvSpPr>
            <a:spLocks noGrp="1"/>
          </p:cNvSpPr>
          <p:nvPr>
            <p:ph idx="15"/>
          </p:nvPr>
        </p:nvSpPr>
        <p:spPr bwMode="auto">
          <a:xfrm>
            <a:off x="358775" y="1311275"/>
            <a:ext cx="41052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Inhaltsplatzhalter 10"/>
          <p:cNvSpPr>
            <a:spLocks noGrp="1"/>
          </p:cNvSpPr>
          <p:nvPr>
            <p:ph idx="16"/>
          </p:nvPr>
        </p:nvSpPr>
        <p:spPr bwMode="auto">
          <a:xfrm>
            <a:off x="4679950" y="1311275"/>
            <a:ext cx="40925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Tree>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blank" userDrawn="1">
  <p:cSld name="Titel_Materie">
    <p:spTree>
      <p:nvGrpSpPr>
        <p:cNvPr id="1" name=""/>
        <p:cNvGrpSpPr/>
        <p:nvPr/>
      </p:nvGrpSpPr>
      <p:grpSpPr bwMode="auto">
        <a:xfrm>
          <a:off x="0" y="0"/>
          <a:ext cx="0" cy="0"/>
          <a:chOff x="0" y="0"/>
          <a:chExt cx="0" cy="0"/>
        </a:xfrm>
      </p:grpSpPr>
      <p:sp>
        <p:nvSpPr>
          <p:cNvPr id="4" name="Titel 1"/>
          <p:cNvSpPr>
            <a:spLocks noGrp="1"/>
          </p:cNvSpPr>
          <p:nvPr>
            <p:ph type="ctrTitle"/>
          </p:nvPr>
        </p:nvSpPr>
        <p:spPr bwMode="auto">
          <a:xfrm>
            <a:off x="360045" y="219710"/>
            <a:ext cx="8425180" cy="339725"/>
          </a:xfrm>
          <a:prstGeom prst="rect">
            <a:avLst/>
          </a:prstGeom>
        </p:spPr>
        <p:txBody>
          <a:bodyPr vert="horz" wrap="square" lIns="0" tIns="0" rIns="0" bIns="0" numCol="1" spcCol="215899" anchor="t">
            <a:prstTxWarp prst="textNoShape">
              <a:avLst/>
            </a:prstTxWarp>
          </a:bodyPr>
          <a:lstStyle>
            <a:lvl1pPr algn="l">
              <a:defRPr sz="2200" b="1">
                <a:solidFill>
                  <a:schemeClr val="accent1"/>
                </a:solidFill>
              </a:defRPr>
            </a:lvl1pPr>
            <a:lvl2pPr>
              <a:defRPr/>
            </a:lvl2pPr>
            <a:lvl3pPr>
              <a:defRPr/>
            </a:lvl3pPr>
            <a:lvl4pPr>
              <a:defRPr/>
            </a:lvl4pPr>
            <a:lvl5pPr>
              <a:defRPr/>
            </a:lvl5pPr>
            <a:lvl6pPr>
              <a:defRPr/>
            </a:lvl6pPr>
            <a:lvl7pPr>
              <a:defRPr/>
            </a:lvl7pPr>
            <a:lvl8pPr>
              <a:defRPr/>
            </a:lvl8pPr>
            <a:lvl9pPr>
              <a:defRPr/>
            </a:lvl9pPr>
          </a:lstStyle>
          <a:p>
            <a:pPr>
              <a:defRPr/>
            </a:pPr>
            <a:r>
              <a:t>Zwischentitel grafisch, Insgesamt Zweizeilig</a:t>
            </a:r>
          </a:p>
        </p:txBody>
      </p:sp>
    </p:spTree>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blank" userDrawn="1">
  <p:cSld name="Zweispaltig_Materie">
    <p:spTree>
      <p:nvGrpSpPr>
        <p:cNvPr id="1" name=""/>
        <p:cNvGrpSpPr/>
        <p:nvPr/>
      </p:nvGrpSpPr>
      <p:grpSpPr bwMode="auto">
        <a:xfrm>
          <a:off x="0" y="0"/>
          <a:ext cx="0" cy="0"/>
          <a:chOff x="0" y="0"/>
          <a:chExt cx="0" cy="0"/>
        </a:xfrm>
      </p:grpSpPr>
      <p:sp>
        <p:nvSpPr>
          <p:cNvPr id="4" name="Titel 1"/>
          <p:cNvSpPr>
            <a:spLocks noGrp="1"/>
          </p:cNvSpPr>
          <p:nvPr>
            <p:ph type="title"/>
          </p:nvPr>
        </p:nvSpPr>
        <p:spPr bwMode="auto">
          <a:xfrm>
            <a:off x="360045" y="219710"/>
            <a:ext cx="8423910" cy="372110"/>
          </a:xfrm>
          <a:prstGeom prst="rect">
            <a:avLst/>
          </a:prstGeom>
        </p:spPr>
        <p:txBody>
          <a:bodyPr/>
          <a:lstStyle/>
          <a:p>
            <a:pPr>
              <a:defRPr/>
            </a:pPr>
            <a:r>
              <a:t>Folientitel, insgesamt zweizeilig</a:t>
            </a:r>
          </a:p>
        </p:txBody>
      </p:sp>
      <p:sp>
        <p:nvSpPr>
          <p:cNvPr id="5" name="Textplatzhalter 9"/>
          <p:cNvSpPr>
            <a:spLocks noGrp="1"/>
          </p:cNvSpPr>
          <p:nvPr>
            <p:ph idx="14"/>
          </p:nvPr>
        </p:nvSpPr>
        <p:spPr bwMode="auto">
          <a:xfrm>
            <a:off x="358775" y="691515"/>
            <a:ext cx="8423910" cy="266065"/>
          </a:xfrm>
          <a:prstGeom prst="rect">
            <a:avLst/>
          </a:prstGeo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6"/>
          <p:cNvSpPr>
            <a:spLocks noGrp="1"/>
          </p:cNvSpPr>
          <p:nvPr>
            <p:ph idx="15"/>
          </p:nvPr>
        </p:nvSpPr>
        <p:spPr bwMode="auto">
          <a:xfrm>
            <a:off x="358775" y="1311275"/>
            <a:ext cx="41052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Inhaltsplatzhalter 10"/>
          <p:cNvSpPr>
            <a:spLocks noGrp="1"/>
          </p:cNvSpPr>
          <p:nvPr>
            <p:ph idx="16"/>
          </p:nvPr>
        </p:nvSpPr>
        <p:spPr bwMode="auto">
          <a:xfrm>
            <a:off x="4679950" y="1311275"/>
            <a:ext cx="40925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Tree>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blank" userDrawn="1">
  <p:cSld name="Titel_Schlüsseltechnologien">
    <p:spTree>
      <p:nvGrpSpPr>
        <p:cNvPr id="1" name=""/>
        <p:cNvGrpSpPr/>
        <p:nvPr/>
      </p:nvGrpSpPr>
      <p:grpSpPr bwMode="auto">
        <a:xfrm>
          <a:off x="0" y="0"/>
          <a:ext cx="0" cy="0"/>
          <a:chOff x="0" y="0"/>
          <a:chExt cx="0" cy="0"/>
        </a:xfrm>
      </p:grpSpPr>
      <p:sp>
        <p:nvSpPr>
          <p:cNvPr id="4" name="Titel 1"/>
          <p:cNvSpPr>
            <a:spLocks noGrp="1"/>
          </p:cNvSpPr>
          <p:nvPr>
            <p:ph type="ctrTitle"/>
          </p:nvPr>
        </p:nvSpPr>
        <p:spPr bwMode="auto">
          <a:xfrm>
            <a:off x="360045" y="219710"/>
            <a:ext cx="8425180" cy="339725"/>
          </a:xfrm>
          <a:prstGeom prst="rect">
            <a:avLst/>
          </a:prstGeom>
        </p:spPr>
        <p:txBody>
          <a:bodyPr vert="horz" wrap="square" lIns="0" tIns="0" rIns="0" bIns="0" numCol="1" spcCol="215899" anchor="t">
            <a:prstTxWarp prst="textNoShape">
              <a:avLst/>
            </a:prstTxWarp>
          </a:bodyPr>
          <a:lstStyle>
            <a:lvl1pPr algn="l">
              <a:defRPr sz="2200" b="1">
                <a:solidFill>
                  <a:schemeClr val="accent1"/>
                </a:solidFill>
              </a:defRPr>
            </a:lvl1pPr>
            <a:lvl2pPr>
              <a:defRPr/>
            </a:lvl2pPr>
            <a:lvl3pPr>
              <a:defRPr/>
            </a:lvl3pPr>
            <a:lvl4pPr>
              <a:defRPr/>
            </a:lvl4pPr>
            <a:lvl5pPr>
              <a:defRPr/>
            </a:lvl5pPr>
            <a:lvl6pPr>
              <a:defRPr/>
            </a:lvl6pPr>
            <a:lvl7pPr>
              <a:defRPr/>
            </a:lvl7pPr>
            <a:lvl8pPr>
              <a:defRPr/>
            </a:lvl8pPr>
            <a:lvl9pPr>
              <a:defRPr/>
            </a:lvl9pPr>
          </a:lstStyle>
          <a:p>
            <a:pPr>
              <a:defRPr/>
            </a:pPr>
            <a:r>
              <a:t>Zwischentitel grafisch, Insgesamt Zweizeilig</a:t>
            </a:r>
          </a:p>
        </p:txBody>
      </p:sp>
    </p:spTree>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userDrawn="1">
  <p:cSld name="Zweispaltig_Schlüsseltechnologien">
    <p:spTree>
      <p:nvGrpSpPr>
        <p:cNvPr id="1" name=""/>
        <p:cNvGrpSpPr/>
        <p:nvPr/>
      </p:nvGrpSpPr>
      <p:grpSpPr bwMode="auto">
        <a:xfrm>
          <a:off x="0" y="0"/>
          <a:ext cx="0" cy="0"/>
          <a:chOff x="0" y="0"/>
          <a:chExt cx="0" cy="0"/>
        </a:xfrm>
      </p:grpSpPr>
      <p:sp>
        <p:nvSpPr>
          <p:cNvPr id="4" name="Titel 1"/>
          <p:cNvSpPr>
            <a:spLocks noGrp="1"/>
          </p:cNvSpPr>
          <p:nvPr>
            <p:ph type="title"/>
          </p:nvPr>
        </p:nvSpPr>
        <p:spPr bwMode="auto">
          <a:xfrm>
            <a:off x="360045" y="219710"/>
            <a:ext cx="8423910" cy="372110"/>
          </a:xfrm>
          <a:prstGeom prst="rect">
            <a:avLst/>
          </a:prstGeom>
        </p:spPr>
        <p:txBody>
          <a:bodyPr/>
          <a:lstStyle/>
          <a:p>
            <a:pPr>
              <a:defRPr/>
            </a:pPr>
            <a:r>
              <a:t>Folientitel, insgesamt zweizeilig</a:t>
            </a:r>
          </a:p>
        </p:txBody>
      </p:sp>
      <p:sp>
        <p:nvSpPr>
          <p:cNvPr id="5" name="Textplatzhalter 9"/>
          <p:cNvSpPr>
            <a:spLocks noGrp="1"/>
          </p:cNvSpPr>
          <p:nvPr>
            <p:ph idx="14"/>
          </p:nvPr>
        </p:nvSpPr>
        <p:spPr bwMode="auto">
          <a:xfrm>
            <a:off x="358775" y="691515"/>
            <a:ext cx="8423910" cy="266065"/>
          </a:xfrm>
          <a:prstGeom prst="rect">
            <a:avLst/>
          </a:prstGeo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6"/>
          <p:cNvSpPr>
            <a:spLocks noGrp="1"/>
          </p:cNvSpPr>
          <p:nvPr>
            <p:ph idx="15"/>
          </p:nvPr>
        </p:nvSpPr>
        <p:spPr bwMode="auto">
          <a:xfrm>
            <a:off x="358775" y="1311275"/>
            <a:ext cx="41052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Inhaltsplatzhalter 10"/>
          <p:cNvSpPr>
            <a:spLocks noGrp="1"/>
          </p:cNvSpPr>
          <p:nvPr>
            <p:ph idx="16"/>
          </p:nvPr>
        </p:nvSpPr>
        <p:spPr bwMode="auto">
          <a:xfrm>
            <a:off x="4679950" y="1311275"/>
            <a:ext cx="40925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Tree>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blank" userDrawn="1">
  <p:cSld name="Zweispaltig">
    <p:spTree>
      <p:nvGrpSpPr>
        <p:cNvPr id="1" name=""/>
        <p:cNvGrpSpPr/>
        <p:nvPr/>
      </p:nvGrpSpPr>
      <p:grpSpPr bwMode="auto">
        <a:xfrm>
          <a:off x="0" y="0"/>
          <a:ext cx="0" cy="0"/>
          <a:chOff x="0" y="0"/>
          <a:chExt cx="0" cy="0"/>
        </a:xfrm>
      </p:grpSpPr>
      <p:sp>
        <p:nvSpPr>
          <p:cNvPr id="4" name="Titel 1"/>
          <p:cNvSpPr>
            <a:spLocks noGrp="1"/>
          </p:cNvSpPr>
          <p:nvPr>
            <p:ph type="title"/>
          </p:nvPr>
        </p:nvSpPr>
        <p:spPr bwMode="auto">
          <a:prstGeom prst="rect">
            <a:avLst/>
          </a:prstGeom>
        </p:spPr>
        <p:txBody>
          <a:bodyPr/>
          <a:lstStyle/>
          <a:p>
            <a:pPr>
              <a:defRPr/>
            </a:pPr>
            <a:r>
              <a:t>Folientitel, insgesamt zweizeilig</a:t>
            </a:r>
          </a:p>
        </p:txBody>
      </p:sp>
      <p:sp>
        <p:nvSpPr>
          <p:cNvPr id="5" name="Textplatzhalter 9"/>
          <p:cNvSpPr>
            <a:spLocks noGrp="1"/>
          </p:cNvSpPr>
          <p:nvPr>
            <p:ph idx="14"/>
          </p:nvPr>
        </p:nvSpPr>
        <p:spPr bwMode="auto">
          <a:xfrm>
            <a:off x="358775" y="691515"/>
            <a:ext cx="8423910" cy="266065"/>
          </a:xfrm>
          <a:prstGeom prst="rect">
            <a:avLst/>
          </a:prstGeo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6"/>
          <p:cNvSpPr>
            <a:spLocks noGrp="1"/>
          </p:cNvSpPr>
          <p:nvPr>
            <p:ph idx="15"/>
          </p:nvPr>
        </p:nvSpPr>
        <p:spPr bwMode="auto">
          <a:xfrm>
            <a:off x="358775" y="1311275"/>
            <a:ext cx="41052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Inhaltsplatzhalter 10"/>
          <p:cNvSpPr>
            <a:spLocks noGrp="1"/>
          </p:cNvSpPr>
          <p:nvPr>
            <p:ph idx="16"/>
          </p:nvPr>
        </p:nvSpPr>
        <p:spPr bwMode="auto">
          <a:xfrm>
            <a:off x="4679950" y="1311275"/>
            <a:ext cx="40925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Tree>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blank" preserve="1" userDrawn="1">
  <p:cSld name="Zweispaltig_Energie">
    <p:spTree>
      <p:nvGrpSpPr>
        <p:cNvPr id="1" name=""/>
        <p:cNvGrpSpPr/>
        <p:nvPr/>
      </p:nvGrpSpPr>
      <p:grpSpPr bwMode="auto">
        <a:xfrm>
          <a:off x="0" y="0"/>
          <a:ext cx="0" cy="0"/>
          <a:chOff x="0" y="0"/>
          <a:chExt cx="0" cy="0"/>
        </a:xfrm>
      </p:grpSpPr>
      <p:sp>
        <p:nvSpPr>
          <p:cNvPr id="4" name="Titel 1"/>
          <p:cNvSpPr>
            <a:spLocks noGrp="1" noChangeArrowheads="1"/>
          </p:cNvSpPr>
          <p:nvPr>
            <p:ph type="title"/>
          </p:nvPr>
        </p:nvSpPr>
        <p:spPr bwMode="auto"/>
        <p:txBody>
          <a:bodyPr/>
          <a:lstStyle/>
          <a:p>
            <a:pPr>
              <a:defRPr/>
            </a:pPr>
            <a:r>
              <a:t>Folientitel, insgesamt zweizeilig</a:t>
            </a:r>
          </a:p>
        </p:txBody>
      </p:sp>
      <p:sp>
        <p:nvSpPr>
          <p:cNvPr id="5" name="Textplatzhalter 9"/>
          <p:cNvSpPr>
            <a:spLocks noGrp="1" noChangeArrowheads="1"/>
          </p:cNvSpPr>
          <p:nvPr>
            <p:ph idx="14"/>
          </p:nvPr>
        </p:nvSpPr>
        <p:spPr bwMode="auto">
          <a:xfrm>
            <a:off x="358775" y="691515"/>
            <a:ext cx="8423910" cy="266065"/>
          </a:xfr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6"/>
          <p:cNvSpPr>
            <a:spLocks noGrp="1" noChangeArrowheads="1"/>
          </p:cNvSpPr>
          <p:nvPr>
            <p:ph idx="15"/>
          </p:nvPr>
        </p:nvSpPr>
        <p:spPr bwMode="auto">
          <a:xfrm>
            <a:off x="358775" y="1311275"/>
            <a:ext cx="4105275" cy="3422650"/>
          </a:xfr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Inhaltsplatzhalter 10"/>
          <p:cNvSpPr>
            <a:spLocks noGrp="1" noChangeArrowheads="1"/>
          </p:cNvSpPr>
          <p:nvPr>
            <p:ph idx="16"/>
          </p:nvPr>
        </p:nvSpPr>
        <p:spPr bwMode="auto">
          <a:xfrm>
            <a:off x="4679950" y="1311275"/>
            <a:ext cx="4092575" cy="3422650"/>
          </a:xfr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Tree>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blank" preserve="1" userDrawn="1">
  <p:cSld name="Mischspaltig_Energie">
    <p:spTree>
      <p:nvGrpSpPr>
        <p:cNvPr id="1" name=""/>
        <p:cNvGrpSpPr/>
        <p:nvPr/>
      </p:nvGrpSpPr>
      <p:grpSpPr bwMode="auto">
        <a:xfrm>
          <a:off x="0" y="0"/>
          <a:ext cx="0" cy="0"/>
          <a:chOff x="0" y="0"/>
          <a:chExt cx="0" cy="0"/>
        </a:xfrm>
      </p:grpSpPr>
      <p:sp>
        <p:nvSpPr>
          <p:cNvPr id="4" name="Titel 1"/>
          <p:cNvSpPr>
            <a:spLocks noGrp="1" noChangeArrowheads="1"/>
          </p:cNvSpPr>
          <p:nvPr>
            <p:ph type="title"/>
          </p:nvPr>
        </p:nvSpPr>
        <p:spPr bwMode="auto"/>
        <p:txBody>
          <a:bodyPr/>
          <a:lstStyle/>
          <a:p>
            <a:pPr>
              <a:defRPr/>
            </a:pPr>
            <a:r>
              <a:t>Folientitel, insgesamt zweizeilig</a:t>
            </a:r>
          </a:p>
        </p:txBody>
      </p:sp>
      <p:sp>
        <p:nvSpPr>
          <p:cNvPr id="5" name="Textplatzhalter 9"/>
          <p:cNvSpPr>
            <a:spLocks noGrp="1" noChangeArrowheads="1"/>
          </p:cNvSpPr>
          <p:nvPr>
            <p:ph idx="14"/>
          </p:nvPr>
        </p:nvSpPr>
        <p:spPr bwMode="auto">
          <a:xfrm>
            <a:off x="358775" y="691515"/>
            <a:ext cx="8423910" cy="266065"/>
          </a:xfr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10"/>
          <p:cNvSpPr>
            <a:spLocks noGrp="1" noChangeArrowheads="1"/>
          </p:cNvSpPr>
          <p:nvPr>
            <p:ph idx="16"/>
          </p:nvPr>
        </p:nvSpPr>
        <p:spPr bwMode="auto">
          <a:xfrm>
            <a:off x="360045" y="1311275"/>
            <a:ext cx="6264910" cy="1260475"/>
          </a:xfr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Bildplatzhalter 5"/>
          <p:cNvSpPr>
            <a:spLocks noGrp="1" noChangeArrowheads="1"/>
          </p:cNvSpPr>
          <p:nvPr>
            <p:ph type="pic" sz="quarter" idx="17"/>
          </p:nvPr>
        </p:nvSpPr>
        <p:spPr bwMode="auto">
          <a:xfrm>
            <a:off x="358775" y="2879725"/>
            <a:ext cx="4105275" cy="18542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a:defRPr/>
            </a:pPr>
            <a:endParaRPr/>
          </a:p>
        </p:txBody>
      </p:sp>
      <p:sp>
        <p:nvSpPr>
          <p:cNvPr id="8" name="Bildplatzhalter 8"/>
          <p:cNvSpPr>
            <a:spLocks noGrp="1" noChangeArrowheads="1"/>
          </p:cNvSpPr>
          <p:nvPr>
            <p:ph type="pic" sz="quarter" idx="18"/>
          </p:nvPr>
        </p:nvSpPr>
        <p:spPr bwMode="auto">
          <a:xfrm>
            <a:off x="4679950" y="2879725"/>
            <a:ext cx="4105275" cy="18542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a:defRPr/>
            </a:pPr>
            <a:endParaRPr/>
          </a:p>
        </p:txBody>
      </p:sp>
      <p:sp>
        <p:nvSpPr>
          <p:cNvPr id="9" name="Textplatzhalter 12"/>
          <p:cNvSpPr>
            <a:spLocks noGrp="1" noChangeArrowheads="1"/>
          </p:cNvSpPr>
          <p:nvPr>
            <p:ph idx="19"/>
          </p:nvPr>
        </p:nvSpPr>
        <p:spPr bwMode="auto">
          <a:xfrm>
            <a:off x="358775" y="2760980"/>
            <a:ext cx="4105275" cy="107949"/>
          </a:xfrm>
        </p:spPr>
        <p:txBody>
          <a:bodyPr/>
          <a:lstStyle>
            <a:lvl1pPr marL="0" indent="0">
              <a:lnSpc>
                <a:spcPts val="800"/>
              </a:lnSpc>
              <a:spcBef>
                <a:spcPts val="0"/>
              </a:spcBef>
              <a:buNone/>
              <a:defRPr sz="800"/>
            </a:lvl1pPr>
            <a:lvl2pPr>
              <a:defRPr/>
            </a:lvl2pPr>
            <a:lvl3pPr>
              <a:defRPr/>
            </a:lvl3pPr>
            <a:lvl4pPr>
              <a:defRPr/>
            </a:lvl4pPr>
            <a:lvl5pPr>
              <a:defRPr/>
            </a:lvl5pPr>
            <a:lvl6pPr>
              <a:defRPr/>
            </a:lvl6pPr>
            <a:lvl7pPr>
              <a:defRPr/>
            </a:lvl7pPr>
            <a:lvl8pPr>
              <a:defRPr/>
            </a:lvl8pPr>
            <a:lvl9pPr>
              <a:defRPr/>
            </a:lvl9pPr>
          </a:lstStyle>
          <a:p>
            <a:pPr>
              <a:defRPr/>
            </a:pPr>
            <a:r>
              <a:t>Bildunterschrift</a:t>
            </a:r>
          </a:p>
        </p:txBody>
      </p:sp>
      <p:sp>
        <p:nvSpPr>
          <p:cNvPr id="10" name="Textplatzhalter 14"/>
          <p:cNvSpPr>
            <a:spLocks noGrp="1" noChangeArrowheads="1"/>
          </p:cNvSpPr>
          <p:nvPr>
            <p:ph idx="20"/>
          </p:nvPr>
        </p:nvSpPr>
        <p:spPr bwMode="auto">
          <a:xfrm>
            <a:off x="4679950" y="2760980"/>
            <a:ext cx="4105275" cy="107949"/>
          </a:xfrm>
        </p:spPr>
        <p:txBody>
          <a:bodyPr/>
          <a:lstStyle>
            <a:lvl1pPr marL="0" indent="0">
              <a:lnSpc>
                <a:spcPts val="800"/>
              </a:lnSpc>
              <a:spcBef>
                <a:spcPts val="0"/>
              </a:spcBef>
              <a:buNone/>
              <a:defRPr sz="800"/>
            </a:lvl1pPr>
            <a:lvl2pPr>
              <a:defRPr/>
            </a:lvl2pPr>
            <a:lvl3pPr>
              <a:defRPr/>
            </a:lvl3pPr>
            <a:lvl4pPr>
              <a:defRPr/>
            </a:lvl4pPr>
            <a:lvl5pPr>
              <a:defRPr/>
            </a:lvl5pPr>
            <a:lvl6pPr>
              <a:defRPr/>
            </a:lvl6pPr>
            <a:lvl7pPr>
              <a:defRPr/>
            </a:lvl7pPr>
            <a:lvl8pPr>
              <a:defRPr/>
            </a:lvl8pPr>
            <a:lvl9pPr>
              <a:defRPr/>
            </a:lvl9pPr>
          </a:lstStyle>
          <a:p>
            <a:pPr>
              <a:defRPr/>
            </a:pPr>
            <a:r>
              <a:t>Bildunterschrift</a:t>
            </a:r>
          </a:p>
        </p:txBody>
      </p:sp>
    </p:spTree>
  </p:cSld>
  <p:clrMapOvr>
    <a:masterClrMapping/>
  </p:clrMapOvr>
  <p:hf/>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2" name="Fußzeilenplatzhalter 1"/>
          <p:cNvSpPr>
            <a:spLocks noGrp="1"/>
          </p:cNvSpPr>
          <p:nvPr>
            <p:ph type="ftr" sz="quarter" idx="10"/>
          </p:nvPr>
        </p:nvSpPr>
        <p:spPr>
          <a:xfrm>
            <a:off x="1147200" y="94478"/>
            <a:ext cx="7630913" cy="107975"/>
          </a:xfrm>
          <a:prstGeom prst="rect">
            <a:avLst/>
          </a:prstGeom>
        </p:spPr>
        <p:txBody>
          <a:bodyPr lIns="68562" tIns="34281" rIns="68562" bIns="34281"/>
          <a:lstStyle/>
          <a:p>
            <a:pPr>
              <a:defRPr/>
            </a:pPr>
            <a:r>
              <a:rPr lang="en-US"/>
              <a:t>&gt; Share your Reasearch Code as Open Source Software</a:t>
            </a:r>
            <a:endParaRPr lang="de-DE" dirty="0"/>
          </a:p>
        </p:txBody>
      </p:sp>
      <p:sp>
        <p:nvSpPr>
          <p:cNvPr id="3" name="Foliennummernplatzhalter 2"/>
          <p:cNvSpPr>
            <a:spLocks noGrp="1"/>
          </p:cNvSpPr>
          <p:nvPr>
            <p:ph type="sldNum" sz="quarter" idx="11"/>
          </p:nvPr>
        </p:nvSpPr>
        <p:spPr>
          <a:xfrm>
            <a:off x="364405" y="94478"/>
            <a:ext cx="782796" cy="107975"/>
          </a:xfrm>
          <a:prstGeom prst="rect">
            <a:avLst/>
          </a:prstGeom>
        </p:spPr>
        <p:txBody>
          <a:bodyPr lIns="68562" tIns="34281" rIns="68562" bIns="34281"/>
          <a:lstStyle/>
          <a:p>
            <a:pPr>
              <a:defRPr/>
            </a:pPr>
            <a:r>
              <a:rPr lang="de-DE"/>
              <a:t>DLR.de  •  Folie </a:t>
            </a:r>
            <a:fld id="{A5AC3FBE-A647-41C9-A8C3-4435ED4FC895}" type="slidenum">
              <a:rPr lang="de-DE" smtClean="0"/>
              <a:pPr>
                <a:defRPr/>
              </a:pPr>
              <a:t>‹Nr.›</a:t>
            </a:fld>
            <a:endParaRPr lang="de-DE" dirty="0"/>
          </a:p>
        </p:txBody>
      </p:sp>
      <p:sp>
        <p:nvSpPr>
          <p:cNvPr id="5" name="Titel 4"/>
          <p:cNvSpPr>
            <a:spLocks noGrp="1"/>
          </p:cNvSpPr>
          <p:nvPr>
            <p:ph type="title"/>
          </p:nvPr>
        </p:nvSpPr>
        <p:spPr/>
        <p:txBody>
          <a:bodyPr/>
          <a:lstStyle/>
          <a:p>
            <a:r>
              <a:rPr lang="de-DE"/>
              <a:t>Titelmasterformat durch Klicken bearbeiten</a:t>
            </a:r>
            <a:endParaRPr lang="en-GB" dirty="0"/>
          </a:p>
        </p:txBody>
      </p:sp>
      <p:sp>
        <p:nvSpPr>
          <p:cNvPr id="11" name="Textplatzhalter 10"/>
          <p:cNvSpPr>
            <a:spLocks noGrp="1"/>
          </p:cNvSpPr>
          <p:nvPr>
            <p:ph type="body" sz="quarter" idx="12"/>
          </p:nvPr>
        </p:nvSpPr>
        <p:spPr>
          <a:xfrm>
            <a:off x="364405" y="1193124"/>
            <a:ext cx="8413709" cy="3252747"/>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en-GB" dirty="0"/>
          </a:p>
        </p:txBody>
      </p:sp>
    </p:spTree>
    <p:extLst>
      <p:ext uri="{BB962C8B-B14F-4D97-AF65-F5344CB8AC3E}">
        <p14:creationId xmlns:p14="http://schemas.microsoft.com/office/powerpoint/2010/main" val="4047256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en-GB" dirty="0"/>
          </a:p>
        </p:txBody>
      </p:sp>
      <p:sp>
        <p:nvSpPr>
          <p:cNvPr id="3" name="Fußzeilenplatzhalter 2"/>
          <p:cNvSpPr>
            <a:spLocks noGrp="1"/>
          </p:cNvSpPr>
          <p:nvPr>
            <p:ph type="ftr" sz="quarter" idx="10"/>
          </p:nvPr>
        </p:nvSpPr>
        <p:spPr>
          <a:xfrm>
            <a:off x="1147200" y="94478"/>
            <a:ext cx="7630913" cy="107975"/>
          </a:xfrm>
          <a:prstGeom prst="rect">
            <a:avLst/>
          </a:prstGeom>
        </p:spPr>
        <p:txBody>
          <a:bodyPr lIns="68562" tIns="34281" rIns="68562" bIns="34281"/>
          <a:lstStyle/>
          <a:p>
            <a:pPr>
              <a:defRPr/>
            </a:pPr>
            <a:r>
              <a:rPr lang="en-US"/>
              <a:t>&gt; Share your Reasearch Code as Open Source Software</a:t>
            </a:r>
            <a:endParaRPr lang="de-DE" dirty="0"/>
          </a:p>
        </p:txBody>
      </p:sp>
      <p:sp>
        <p:nvSpPr>
          <p:cNvPr id="4" name="Foliennummernplatzhalter 3"/>
          <p:cNvSpPr>
            <a:spLocks noGrp="1"/>
          </p:cNvSpPr>
          <p:nvPr>
            <p:ph type="sldNum" sz="quarter" idx="11"/>
          </p:nvPr>
        </p:nvSpPr>
        <p:spPr>
          <a:xfrm>
            <a:off x="364405" y="94478"/>
            <a:ext cx="782796" cy="107975"/>
          </a:xfrm>
          <a:prstGeom prst="rect">
            <a:avLst/>
          </a:prstGeom>
        </p:spPr>
        <p:txBody>
          <a:bodyPr lIns="68562" tIns="34281" rIns="68562" bIns="34281"/>
          <a:lstStyle/>
          <a:p>
            <a:pPr>
              <a:defRPr/>
            </a:pPr>
            <a:r>
              <a:rPr lang="de-DE"/>
              <a:t>DLR.de  •  Folie </a:t>
            </a:r>
            <a:fld id="{A5AC3FBE-A647-41C9-A8C3-4435ED4FC895}" type="slidenum">
              <a:rPr lang="de-DE" smtClean="0"/>
              <a:pPr>
                <a:defRPr/>
              </a:pPr>
              <a:t>‹Nr.›</a:t>
            </a:fld>
            <a:endParaRPr lang="de-DE" dirty="0"/>
          </a:p>
        </p:txBody>
      </p:sp>
    </p:spTree>
    <p:extLst>
      <p:ext uri="{BB962C8B-B14F-4D97-AF65-F5344CB8AC3E}">
        <p14:creationId xmlns:p14="http://schemas.microsoft.com/office/powerpoint/2010/main" val="38780066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itle" preserve="1" userDrawn="1">
  <p:cSld name="Zwischenfolie">
    <p:spTree>
      <p:nvGrpSpPr>
        <p:cNvPr id="1" name=""/>
        <p:cNvGrpSpPr/>
        <p:nvPr/>
      </p:nvGrpSpPr>
      <p:grpSpPr bwMode="auto">
        <a:xfrm>
          <a:off x="0" y="0"/>
          <a:ext cx="0" cy="0"/>
          <a:chOff x="0" y="0"/>
          <a:chExt cx="0" cy="0"/>
        </a:xfrm>
      </p:grpSpPr>
      <p:sp>
        <p:nvSpPr>
          <p:cNvPr id="4" name="Titel 1"/>
          <p:cNvSpPr>
            <a:spLocks noGrp="1"/>
          </p:cNvSpPr>
          <p:nvPr>
            <p:ph type="ctrTitle"/>
          </p:nvPr>
        </p:nvSpPr>
        <p:spPr bwMode="auto">
          <a:xfrm>
            <a:off x="360045" y="219710"/>
            <a:ext cx="8425180" cy="339725"/>
          </a:xfrm>
          <a:prstGeom prst="rect">
            <a:avLst/>
          </a:prstGeom>
        </p:spPr>
        <p:txBody>
          <a:bodyPr vert="horz" wrap="square" lIns="0" tIns="0" rIns="0" bIns="0" numCol="1" spcCol="215899" anchor="t">
            <a:prstTxWarp prst="textNoShape">
              <a:avLst/>
            </a:prstTxWarp>
          </a:bodyPr>
          <a:lstStyle>
            <a:lvl1pPr algn="l">
              <a:defRPr sz="2200" b="1">
                <a:solidFill>
                  <a:schemeClr val="accent1"/>
                </a:solidFill>
              </a:defRPr>
            </a:lvl1pPr>
            <a:lvl2pPr>
              <a:defRPr/>
            </a:lvl2pPr>
            <a:lvl3pPr>
              <a:defRPr/>
            </a:lvl3pPr>
            <a:lvl4pPr>
              <a:defRPr/>
            </a:lvl4pPr>
            <a:lvl5pPr>
              <a:defRPr/>
            </a:lvl5pPr>
            <a:lvl6pPr>
              <a:defRPr/>
            </a:lvl6pPr>
            <a:lvl7pPr>
              <a:defRPr/>
            </a:lvl7pPr>
            <a:lvl8pPr>
              <a:defRPr/>
            </a:lvl8pPr>
            <a:lvl9pPr>
              <a:defRPr/>
            </a:lvl9pPr>
          </a:lstStyle>
          <a:p>
            <a:pPr>
              <a:defRPr/>
            </a:pPr>
            <a:r>
              <a:t>Zwischentitel grafisch, Insgesamt Zweizeilig</a:t>
            </a:r>
          </a:p>
        </p:txBody>
      </p:sp>
      <p:sp>
        <p:nvSpPr>
          <p:cNvPr id="5" name="Untertitel 2"/>
          <p:cNvSpPr>
            <a:spLocks noGrp="1"/>
          </p:cNvSpPr>
          <p:nvPr>
            <p:ph type="subTitle" idx="1"/>
          </p:nvPr>
        </p:nvSpPr>
        <p:spPr bwMode="auto">
          <a:xfrm>
            <a:off x="360045" y="691515"/>
            <a:ext cx="8423910" cy="267335"/>
          </a:xfrm>
          <a:prstGeom prst="rect">
            <a:avLst/>
          </a:prstGeom>
        </p:spPr>
        <p:txBody>
          <a:bodyPr vert="horz" wrap="square" lIns="0" tIns="0" rIns="0" bIns="0" numCol="1" spcCol="215899" anchor="t">
            <a:prstTxWarp prst="textNoShape">
              <a:avLst/>
            </a:prstTxWarp>
          </a:bodyPr>
          <a:lstStyle>
            <a:lvl1pPr marL="0" indent="0" algn="l">
              <a:lnSpc>
                <a:spcPts val="1800"/>
              </a:lnSpc>
              <a:buNone/>
              <a:defRPr sz="2000">
                <a:solidFill>
                  <a:schemeClr val="accent2"/>
                </a:solidFill>
              </a:defRPr>
            </a:lvl1pPr>
            <a:lvl2pPr marL="457200" indent="0" algn="ctr">
              <a:buNone/>
              <a:defRPr>
                <a:solidFill>
                  <a:srgbClr val="8C8C8C"/>
                </a:solidFill>
              </a:defRPr>
            </a:lvl2pPr>
            <a:lvl3pPr marL="914400" indent="0" algn="ctr">
              <a:buNone/>
              <a:defRPr>
                <a:solidFill>
                  <a:srgbClr val="8C8C8C"/>
                </a:solidFill>
              </a:defRPr>
            </a:lvl3pPr>
            <a:lvl4pPr marL="1371600" indent="0" algn="ctr">
              <a:buNone/>
              <a:defRPr>
                <a:solidFill>
                  <a:srgbClr val="8C8C8C"/>
                </a:solidFill>
              </a:defRPr>
            </a:lvl4pPr>
            <a:lvl5pPr marL="1828800" indent="0" algn="ctr">
              <a:buNone/>
              <a:defRPr>
                <a:solidFill>
                  <a:srgbClr val="8C8C8C"/>
                </a:solidFill>
              </a:defRPr>
            </a:lvl5pPr>
            <a:lvl6pPr marL="2286000" indent="0" algn="ctr">
              <a:buNone/>
              <a:defRPr>
                <a:solidFill>
                  <a:srgbClr val="8C8C8C"/>
                </a:solidFill>
              </a:defRPr>
            </a:lvl6pPr>
            <a:lvl7pPr marL="2743200" indent="0" algn="ctr">
              <a:buNone/>
              <a:defRPr>
                <a:solidFill>
                  <a:srgbClr val="8C8C8C"/>
                </a:solidFill>
              </a:defRPr>
            </a:lvl7pPr>
            <a:lvl8pPr marL="3200400" indent="0" algn="ctr">
              <a:buNone/>
              <a:defRPr>
                <a:solidFill>
                  <a:srgbClr val="8C8C8C"/>
                </a:solidFill>
              </a:defRPr>
            </a:lvl8pPr>
            <a:lvl9pPr marL="3657600" indent="0" algn="ctr">
              <a:buNone/>
              <a:defRPr>
                <a:solidFill>
                  <a:srgbClr val="8C8C8C"/>
                </a:solidFill>
              </a:defRPr>
            </a:lvl9pPr>
          </a:lstStyle>
          <a:p>
            <a:pPr>
              <a:defRPr/>
            </a:pPr>
            <a:r>
              <a:t>Entweder zweizeiliger Titel oder Titel und Subheadline</a:t>
            </a:r>
          </a:p>
        </p:txBody>
      </p:sp>
    </p:spTree>
  </p:cSld>
  <p:clrMapOvr>
    <a:masterClrMapping/>
  </p:clrMapOvr>
  <p:hf/>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blank" userDrawn="1">
  <p:cSld name="Zweispaltig">
    <p:spTree>
      <p:nvGrpSpPr>
        <p:cNvPr id="1" name=""/>
        <p:cNvGrpSpPr/>
        <p:nvPr/>
      </p:nvGrpSpPr>
      <p:grpSpPr bwMode="auto">
        <a:xfrm>
          <a:off x="0" y="0"/>
          <a:ext cx="0" cy="0"/>
          <a:chOff x="0" y="0"/>
          <a:chExt cx="0" cy="0"/>
        </a:xfrm>
      </p:grpSpPr>
      <p:sp>
        <p:nvSpPr>
          <p:cNvPr id="4" name="Titel 1"/>
          <p:cNvSpPr>
            <a:spLocks noGrp="1"/>
          </p:cNvSpPr>
          <p:nvPr>
            <p:ph type="title"/>
          </p:nvPr>
        </p:nvSpPr>
        <p:spPr bwMode="auto">
          <a:xfrm>
            <a:off x="360045" y="219710"/>
            <a:ext cx="8423910" cy="372110"/>
          </a:xfrm>
          <a:prstGeom prst="rect">
            <a:avLst/>
          </a:prstGeom>
        </p:spPr>
        <p:txBody>
          <a:bodyPr/>
          <a:lstStyle/>
          <a:p>
            <a:pPr>
              <a:defRPr/>
            </a:pPr>
            <a:r>
              <a:t>Folientitel, insgesamt zweizeilig</a:t>
            </a:r>
          </a:p>
        </p:txBody>
      </p:sp>
      <p:sp>
        <p:nvSpPr>
          <p:cNvPr id="5" name="Textplatzhalter 9"/>
          <p:cNvSpPr>
            <a:spLocks noGrp="1"/>
          </p:cNvSpPr>
          <p:nvPr>
            <p:ph idx="14"/>
          </p:nvPr>
        </p:nvSpPr>
        <p:spPr bwMode="auto">
          <a:xfrm>
            <a:off x="358775" y="691515"/>
            <a:ext cx="8423910" cy="266065"/>
          </a:xfrm>
          <a:prstGeom prst="rect">
            <a:avLst/>
          </a:prstGeom>
        </p:spPr>
        <p:txBody>
          <a:bodyPr/>
          <a:lstStyle>
            <a:lvl1pPr marL="0" indent="0">
              <a:buNone/>
              <a:defRPr sz="2000">
                <a:solidFill>
                  <a:schemeClr val="accent2"/>
                </a:solidFill>
              </a:defRPr>
            </a:lvl1pPr>
            <a:lvl2pPr>
              <a:defRPr/>
            </a:lvl2pPr>
            <a:lvl3pPr>
              <a:defRPr/>
            </a:lvl3pPr>
            <a:lvl4pPr>
              <a:defRPr/>
            </a:lvl4pPr>
            <a:lvl5pPr>
              <a:defRPr/>
            </a:lvl5pPr>
            <a:lvl6pPr>
              <a:defRPr/>
            </a:lvl6pPr>
            <a:lvl7pPr>
              <a:defRPr/>
            </a:lvl7pPr>
            <a:lvl8pPr>
              <a:defRPr/>
            </a:lvl8pPr>
            <a:lvl9pPr>
              <a:defRPr/>
            </a:lvl9pPr>
          </a:lstStyle>
          <a:p>
            <a:pPr>
              <a:defRPr/>
            </a:pPr>
            <a:r>
              <a:t>Entweder zweizeiliger Titel oder Titel mit Subheader</a:t>
            </a:r>
          </a:p>
        </p:txBody>
      </p:sp>
      <p:sp>
        <p:nvSpPr>
          <p:cNvPr id="6" name="Inhaltsplatzhalter 6"/>
          <p:cNvSpPr>
            <a:spLocks noGrp="1"/>
          </p:cNvSpPr>
          <p:nvPr>
            <p:ph idx="15"/>
          </p:nvPr>
        </p:nvSpPr>
        <p:spPr bwMode="auto">
          <a:xfrm>
            <a:off x="358775" y="1311275"/>
            <a:ext cx="41052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7" name="Inhaltsplatzhalter 10"/>
          <p:cNvSpPr>
            <a:spLocks noGrp="1"/>
          </p:cNvSpPr>
          <p:nvPr>
            <p:ph idx="16"/>
          </p:nvPr>
        </p:nvSpPr>
        <p:spPr bwMode="auto">
          <a:xfrm>
            <a:off x="4679950" y="1311275"/>
            <a:ext cx="4092575" cy="3422650"/>
          </a:xfrm>
          <a:prstGeom prst="rect">
            <a:avLst/>
          </a:prstGeom>
        </p:spPr>
        <p:txBody>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Tree>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15.xml"/><Relationship Id="rId7" Type="http://schemas.openxmlformats.org/officeDocument/2006/relationships/image" Target="../media/image6.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theme" Target="../theme/theme2.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5" Type="http://schemas.openxmlformats.org/officeDocument/2006/relationships/image" Target="../media/image9.png"/><Relationship Id="rId4" Type="http://schemas.openxmlformats.org/officeDocument/2006/relationships/image" Target="../media/image8.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pic>
        <p:nvPicPr>
          <p:cNvPr id="4" name="Grafik 8"/>
          <p:cNvPicPr>
            <a:picLocks noChangeAspect="1"/>
          </p:cNvPicPr>
          <p:nvPr/>
        </p:nvPicPr>
        <p:blipFill>
          <a:blip r:embed="rId14"/>
          <a:stretch/>
        </p:blipFill>
        <p:spPr bwMode="auto">
          <a:xfrm>
            <a:off x="0" y="2540"/>
            <a:ext cx="9144000" cy="5143500"/>
          </a:xfrm>
          <a:prstGeom prst="rect">
            <a:avLst/>
          </a:prstGeom>
          <a:noFill/>
          <a:ln>
            <a:noFill/>
          </a:ln>
        </p:spPr>
      </p:pic>
      <p:pic>
        <p:nvPicPr>
          <p:cNvPr id="5" name="Grafik 7"/>
          <p:cNvPicPr>
            <a:picLocks noChangeAspect="1"/>
          </p:cNvPicPr>
          <p:nvPr/>
        </p:nvPicPr>
        <p:blipFill>
          <a:blip r:embed="rId15"/>
          <a:stretch/>
        </p:blipFill>
        <p:spPr bwMode="auto">
          <a:xfrm>
            <a:off x="0" y="-8255"/>
            <a:ext cx="9149715" cy="5151755"/>
          </a:xfrm>
          <a:prstGeom prst="rect">
            <a:avLst/>
          </a:prstGeom>
          <a:noFill/>
          <a:ln>
            <a:noFill/>
          </a:ln>
        </p:spPr>
      </p:pic>
      <p:pic>
        <p:nvPicPr>
          <p:cNvPr id="6" name="Grafik 10"/>
          <p:cNvPicPr>
            <a:picLocks noChangeAspect="1"/>
          </p:cNvPicPr>
          <p:nvPr/>
        </p:nvPicPr>
        <p:blipFill>
          <a:blip r:embed="rId16"/>
          <a:stretch/>
        </p:blipFill>
        <p:spPr bwMode="auto">
          <a:xfrm>
            <a:off x="360045" y="388620"/>
            <a:ext cx="1633220" cy="217170"/>
          </a:xfrm>
          <a:prstGeom prst="rect">
            <a:avLst/>
          </a:prstGeom>
          <a:noFill/>
          <a:ln>
            <a:noFill/>
          </a:ln>
        </p:spPr>
      </p:pic>
      <p:pic>
        <p:nvPicPr>
          <p:cNvPr id="7" name="Grafik 11"/>
          <p:cNvPicPr>
            <a:picLocks noChangeAspect="1"/>
          </p:cNvPicPr>
          <p:nvPr/>
        </p:nvPicPr>
        <p:blipFill>
          <a:blip r:embed="rId17"/>
          <a:stretch/>
        </p:blipFill>
        <p:spPr bwMode="auto">
          <a:xfrm>
            <a:off x="6866890" y="360045"/>
            <a:ext cx="1344295" cy="245745"/>
          </a:xfrm>
          <a:prstGeom prst="rect">
            <a:avLst/>
          </a:prstGeom>
          <a:noFill/>
          <a:ln>
            <a:noFill/>
          </a:ln>
        </p:spPr>
      </p:pic>
      <p:sp>
        <p:nvSpPr>
          <p:cNvPr id="8" name="Textfeld 12"/>
          <p:cNvSpPr/>
          <p:nvPr/>
        </p:nvSpPr>
        <p:spPr bwMode="auto">
          <a:xfrm>
            <a:off x="6864985" y="4903470"/>
            <a:ext cx="1019174" cy="138430"/>
          </a:xfrm>
          <a:prstGeom prst="rect">
            <a:avLst/>
          </a:prstGeom>
          <a:noFill/>
          <a:ln>
            <a:noFill/>
          </a:ln>
        </p:spPr>
        <p:txBody>
          <a:bodyPr vert="horz" wrap="square" lIns="0" tIns="0" rIns="0" bIns="0" numCol="1" spcCol="215899" anchor="t"/>
          <a:lstStyle/>
          <a:p>
            <a:pPr>
              <a:defRPr/>
            </a:pPr>
            <a:r>
              <a:rPr sz="900">
                <a:solidFill>
                  <a:schemeClr val="accent2"/>
                </a:solidFill>
              </a:rPr>
              <a:t>www.helmholtz.de</a:t>
            </a:r>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hdr="0" dt="0"/>
  <p:txStyles>
    <p:titleStyle>
      <a:lvl1pPr marL="0" marR="0" indent="0" algn="ctr" defTabSz="914400">
        <a:lnSpc>
          <a:spcPct val="100000"/>
        </a:lnSpc>
        <a:spcBef>
          <a:spcPts val="0"/>
        </a:spcBef>
        <a:spcAft>
          <a:spcPts val="0"/>
        </a:spcAft>
        <a:buNone/>
        <a:defRPr sz="4400" b="0" i="0" u="none" strike="noStrike" spc="0">
          <a:solidFill>
            <a:schemeClr val="bg1"/>
          </a:solidFill>
          <a:latin typeface="Arial"/>
          <a:ea typeface="Arial"/>
          <a:cs typeface="Arial"/>
        </a:defRPr>
      </a:lvl1pPr>
      <a:lvl2pPr marL="457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2pPr>
      <a:lvl3pPr marL="914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3pPr>
      <a:lvl4pPr marL="1371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4pPr>
      <a:lvl5pPr marL="18288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6pPr>
      <a:lvl7pPr marL="2743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7pPr>
      <a:lvl8pPr marL="3200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8pPr>
      <a:lvl9pPr marL="3657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9pPr>
    </p:titleStyle>
    <p:bodyStyle>
      <a:lvl1pPr marL="342900" marR="0" indent="-342900" algn="l" defTabSz="914400">
        <a:lnSpc>
          <a:spcPct val="100000"/>
        </a:lnSpc>
        <a:spcBef>
          <a:spcPts val="0"/>
        </a:spcBef>
        <a:spcAft>
          <a:spcPts val="0"/>
        </a:spcAft>
        <a:buClrTx/>
        <a:buSzTx/>
        <a:buFont typeface="Arial"/>
        <a:buChar char="•"/>
        <a:defRPr sz="3200" b="0" i="0" u="none" strike="noStrike" spc="0">
          <a:solidFill>
            <a:schemeClr val="bg1"/>
          </a:solidFill>
          <a:latin typeface="Arial"/>
          <a:ea typeface="Arial"/>
          <a:cs typeface="Arial"/>
        </a:defRPr>
      </a:lvl1pPr>
      <a:lvl2pPr marL="742950" marR="0" indent="-285750" algn="l" defTabSz="914400">
        <a:lnSpc>
          <a:spcPct val="100000"/>
        </a:lnSpc>
        <a:spcBef>
          <a:spcPts val="0"/>
        </a:spcBef>
        <a:spcAft>
          <a:spcPts val="0"/>
        </a:spcAft>
        <a:buClrTx/>
        <a:buSzTx/>
        <a:buFont typeface="Arial"/>
        <a:buChar char="–"/>
        <a:defRPr sz="2800" b="0" i="0" u="none" strike="noStrike" spc="0">
          <a:solidFill>
            <a:schemeClr val="bg1"/>
          </a:solidFill>
          <a:latin typeface="Arial"/>
          <a:ea typeface="Arial"/>
          <a:cs typeface="Arial"/>
        </a:defRPr>
      </a:lvl2pPr>
      <a:lvl3pPr marL="1143000" marR="0" indent="-228600" algn="l" defTabSz="914400">
        <a:lnSpc>
          <a:spcPct val="100000"/>
        </a:lnSpc>
        <a:spcBef>
          <a:spcPts val="0"/>
        </a:spcBef>
        <a:spcAft>
          <a:spcPts val="0"/>
        </a:spcAft>
        <a:buClrTx/>
        <a:buSzTx/>
        <a:buFont typeface="Arial"/>
        <a:buChar char="•"/>
        <a:defRPr sz="2400" b="0" i="0" u="none" strike="noStrike" spc="0">
          <a:solidFill>
            <a:schemeClr val="bg1"/>
          </a:solidFill>
          <a:latin typeface="Arial"/>
          <a:ea typeface="Arial"/>
          <a:cs typeface="Arial"/>
        </a:defRPr>
      </a:lvl3pPr>
      <a:lvl4pPr marL="1600200" marR="0" indent="-228600" algn="l" defTabSz="914400">
        <a:lnSpc>
          <a:spcPct val="100000"/>
        </a:lnSpc>
        <a:spcBef>
          <a:spcPts val="0"/>
        </a:spcBef>
        <a:spcAft>
          <a:spcPts val="0"/>
        </a:spcAft>
        <a:buClrTx/>
        <a:buSzTx/>
        <a:buFont typeface="Arial"/>
        <a:buChar char="–"/>
        <a:defRPr sz="2000" b="0" i="0" u="none" strike="noStrike" spc="0">
          <a:solidFill>
            <a:schemeClr val="bg1"/>
          </a:solidFill>
          <a:latin typeface="Arial"/>
          <a:ea typeface="Arial"/>
          <a:cs typeface="Arial"/>
        </a:defRPr>
      </a:lvl4pPr>
      <a:lvl5pPr marL="2057400" marR="0" indent="-228600" algn="l" defTabSz="914400">
        <a:lnSpc>
          <a:spcPct val="100000"/>
        </a:lnSpc>
        <a:spcBef>
          <a:spcPts val="0"/>
        </a:spcBef>
        <a:spcAft>
          <a:spcPts val="0"/>
        </a:spcAft>
        <a:buClrTx/>
        <a:buSzTx/>
        <a:buFont typeface="Arial"/>
        <a:buChar char="»"/>
        <a:defRPr sz="2000" b="0" i="0" u="none" strike="noStrike" spc="0">
          <a:solidFill>
            <a:schemeClr val="bg1"/>
          </a:solidFill>
          <a:latin typeface="Arial"/>
          <a:ea typeface="Arial"/>
          <a:cs typeface="Arial"/>
        </a:defRPr>
      </a:lvl5pPr>
      <a:lvl6pPr marL="25146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6pPr>
      <a:lvl7pPr marL="29718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7pPr>
      <a:lvl8pPr marL="34290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8pPr>
      <a:lvl9pPr marL="38862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9pPr>
    </p:bodyStyle>
    <p:otherStyle>
      <a:lvl1pPr marL="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1pPr>
      <a:lvl2pPr marL="457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2pPr>
      <a:lvl3pPr marL="914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3pPr>
      <a:lvl4pPr marL="1371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4pPr>
      <a:lvl5pPr marL="18288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6pPr>
      <a:lvl7pPr marL="2743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7pPr>
      <a:lvl8pPr marL="3200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8pPr>
      <a:lvl9pPr marL="3657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bwMode="auto">
        <a:xfrm>
          <a:off x="0" y="0"/>
          <a:ext cx="0" cy="0"/>
          <a:chOff x="0" y="0"/>
          <a:chExt cx="0" cy="0"/>
        </a:xfrm>
      </p:grpSpPr>
      <p:sp>
        <p:nvSpPr>
          <p:cNvPr id="4" name="Titelplatzhalter 3"/>
          <p:cNvSpPr>
            <a:spLocks noGrp="1" noChangeArrowheads="1"/>
          </p:cNvSpPr>
          <p:nvPr>
            <p:ph type="title"/>
          </p:nvPr>
        </p:nvSpPr>
        <p:spPr bwMode="auto">
          <a:xfrm>
            <a:off x="360045" y="219710"/>
            <a:ext cx="8423910" cy="372110"/>
          </a:xfrm>
          <a:prstGeom prst="rect">
            <a:avLst/>
          </a:prstGeom>
        </p:spPr>
        <p:txBody>
          <a:bodyPr vert="horz" wrap="square" lIns="0" tIns="0" rIns="0" bIns="0" numCol="1" spcCol="215899" anchor="t">
            <a:prstTxWarp prst="textNoShape">
              <a:avLst/>
            </a:prstTxWarp>
          </a:bodyPr>
          <a:lstStyle/>
          <a:p>
            <a:pPr>
              <a:defRPr/>
            </a:pPr>
            <a:r>
              <a:t>Folientitel, insgesamt zweizeilig</a:t>
            </a:r>
          </a:p>
        </p:txBody>
      </p:sp>
      <p:sp>
        <p:nvSpPr>
          <p:cNvPr id="5" name="Textplatzhalter 10"/>
          <p:cNvSpPr>
            <a:spLocks noGrp="1" noChangeArrowheads="1"/>
          </p:cNvSpPr>
          <p:nvPr>
            <p:ph type="body" idx="1"/>
          </p:nvPr>
        </p:nvSpPr>
        <p:spPr bwMode="auto">
          <a:xfrm>
            <a:off x="360045" y="1311275"/>
            <a:ext cx="8423910" cy="3422650"/>
          </a:xfrm>
          <a:prstGeom prst="rect">
            <a:avLst/>
          </a:prstGeom>
        </p:spPr>
        <p:txBody>
          <a:bodyPr vert="horz" wrap="square" lIns="0" tIns="0" rIns="0" bIns="0" numCol="1" spcCol="215899" anchor="t">
            <a:prstTxWarp prst="textNoShape">
              <a:avLst/>
            </a:prstTxWarp>
          </a:bodyPr>
          <a:lstStyle/>
          <a:p>
            <a:pPr>
              <a:defRPr/>
            </a:pPr>
            <a:r>
              <a:t>Textmasterformat bearbeiten</a:t>
            </a:r>
          </a:p>
          <a:p>
            <a:pPr lvl="1">
              <a:defRPr/>
            </a:pPr>
            <a:r>
              <a:t>Zweite Ebene</a:t>
            </a:r>
          </a:p>
          <a:p>
            <a:pPr lvl="2">
              <a:defRPr/>
            </a:pPr>
            <a:r>
              <a:t>Dritte Ebene</a:t>
            </a:r>
          </a:p>
          <a:p>
            <a:pPr lvl="3">
              <a:defRPr/>
            </a:pPr>
            <a:r>
              <a:t>Vierte Ebene</a:t>
            </a:r>
          </a:p>
          <a:p>
            <a:pPr lvl="4">
              <a:defRPr/>
            </a:pPr>
            <a:r>
              <a:t>Fünfte Ebene</a:t>
            </a:r>
          </a:p>
        </p:txBody>
      </p:sp>
      <p:sp>
        <p:nvSpPr>
          <p:cNvPr id="6" name="Gerade Verbindung 4"/>
          <p:cNvSpPr/>
          <p:nvPr/>
        </p:nvSpPr>
        <p:spPr bwMode="auto">
          <a:xfrm>
            <a:off x="358775" y="1023620"/>
            <a:ext cx="8425180" cy="0"/>
          </a:xfrm>
          <a:prstGeom prst="line">
            <a:avLst/>
          </a:prstGeom>
          <a:noFill/>
          <a:ln w="9525" cap="flat" cmpd="sng" algn="ctr">
            <a:solidFill>
              <a:srgbClr val="072C70"/>
            </a:solidFill>
            <a:prstDash val="solid"/>
            <a:headEnd type="none"/>
            <a:tailEnd type="none"/>
          </a:ln>
        </p:spPr>
      </p:sp>
      <p:pic>
        <p:nvPicPr>
          <p:cNvPr id="7" name="Grafik 5"/>
          <p:cNvPicPr>
            <a:picLocks noChangeAspect="1"/>
          </p:cNvPicPr>
          <p:nvPr/>
        </p:nvPicPr>
        <p:blipFill>
          <a:blip r:embed="rId6"/>
          <a:stretch/>
        </p:blipFill>
        <p:spPr bwMode="auto">
          <a:xfrm>
            <a:off x="6883400" y="4856480"/>
            <a:ext cx="1073150" cy="307340"/>
          </a:xfrm>
          <a:prstGeom prst="rect">
            <a:avLst/>
          </a:prstGeom>
          <a:noFill/>
          <a:ln>
            <a:noFill/>
          </a:ln>
        </p:spPr>
      </p:pic>
      <p:pic>
        <p:nvPicPr>
          <p:cNvPr id="8" name="Grafik 6"/>
          <p:cNvPicPr>
            <a:picLocks noChangeAspect="1"/>
          </p:cNvPicPr>
          <p:nvPr/>
        </p:nvPicPr>
        <p:blipFill>
          <a:blip r:embed="rId7"/>
          <a:stretch/>
        </p:blipFill>
        <p:spPr bwMode="auto">
          <a:xfrm>
            <a:off x="0" y="4878070"/>
            <a:ext cx="9144000" cy="271145"/>
          </a:xfrm>
          <a:prstGeom prst="rect">
            <a:avLst/>
          </a:prstGeom>
          <a:noFill/>
          <a:ln>
            <a:noFill/>
          </a:ln>
        </p:spPr>
      </p:pic>
      <p:pic>
        <p:nvPicPr>
          <p:cNvPr id="9" name="Google Shape;80;p16"/>
          <p:cNvPicPr>
            <a:picLocks noChangeAspect="1"/>
          </p:cNvPicPr>
          <p:nvPr/>
        </p:nvPicPr>
        <p:blipFill>
          <a:blip r:embed="rId8"/>
          <a:stretch/>
        </p:blipFill>
        <p:spPr bwMode="auto">
          <a:xfrm>
            <a:off x="7459980" y="199390"/>
            <a:ext cx="1344295" cy="314325"/>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65" r:id="rId1"/>
    <p:sldLayoutId id="2147483666" r:id="rId2"/>
    <p:sldLayoutId id="2147483672" r:id="rId3"/>
    <p:sldLayoutId id="2147483674" r:id="rId4"/>
  </p:sldLayoutIdLst>
  <p:hf hdr="0" dt="0"/>
  <p:txStyles>
    <p:titleStyle>
      <a:lvl1pPr marL="0" marR="0" indent="0" algn="l" defTabSz="914400">
        <a:lnSpc>
          <a:spcPct val="100000"/>
        </a:lnSpc>
        <a:spcBef>
          <a:spcPts val="0"/>
        </a:spcBef>
        <a:spcAft>
          <a:spcPts val="0"/>
        </a:spcAft>
        <a:buNone/>
        <a:defRPr sz="2200" b="1" i="0" u="none" strike="noStrike" spc="0">
          <a:solidFill>
            <a:schemeClr val="accent1"/>
          </a:solidFill>
          <a:latin typeface="Arial"/>
          <a:ea typeface="Arial"/>
          <a:cs typeface="Arial"/>
        </a:defRPr>
      </a:lvl1pPr>
      <a:lvl2pPr marL="457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2pPr>
      <a:lvl3pPr marL="914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3pPr>
      <a:lvl4pPr marL="1371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4pPr>
      <a:lvl5pPr marL="18288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6pPr>
      <a:lvl7pPr marL="2743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7pPr>
      <a:lvl8pPr marL="3200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8pPr>
      <a:lvl9pPr marL="3657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9pPr>
    </p:titleStyle>
    <p:bodyStyle>
      <a:lvl1pPr marL="180975" marR="0" indent="-180975" algn="l" defTabSz="179705">
        <a:lnSpc>
          <a:spcPts val="1800"/>
        </a:lnSpc>
        <a:spcBef>
          <a:spcPts val="1100"/>
        </a:spcBef>
        <a:spcAft>
          <a:spcPts val="0"/>
        </a:spcAft>
        <a:buClr>
          <a:schemeClr val="accent3"/>
        </a:buClr>
        <a:buSzTx/>
        <a:buFont typeface="Wingdings"/>
        <a:buChar char="§"/>
        <a:defRPr sz="1600" b="0" i="0" u="none" strike="noStrike" spc="0">
          <a:solidFill>
            <a:schemeClr val="tx1"/>
          </a:solidFill>
          <a:latin typeface="Arial"/>
          <a:ea typeface="Arial"/>
          <a:cs typeface="Arial"/>
        </a:defRPr>
      </a:lvl1pPr>
      <a:lvl2pPr marL="360680" marR="0" indent="-179705"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2pPr>
      <a:lvl3pPr marL="541655" marR="0" indent="-180975"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3pPr>
      <a:lvl4pPr marL="714375" marR="0" indent="-174625"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4pPr>
      <a:lvl5pPr marL="1000125" marR="0" indent="-285750"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2000" b="0" i="0" u="none" strike="noStrike" spc="0">
          <a:solidFill>
            <a:schemeClr val="tx1"/>
          </a:solidFill>
          <a:latin typeface="Arial"/>
          <a:ea typeface="Arial"/>
          <a:cs typeface="Arial"/>
        </a:defRPr>
      </a:lvl6pPr>
      <a:lvl7pPr marL="29718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7pPr>
      <a:lvl8pPr marL="34290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8pPr>
      <a:lvl9pPr marL="38862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9pPr>
    </p:bodyStyle>
    <p:otherStyle>
      <a:lvl1pPr marL="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1pPr>
      <a:lvl2pPr marL="457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2pPr>
      <a:lvl3pPr marL="914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3pPr>
      <a:lvl4pPr marL="1371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4pPr>
      <a:lvl5pPr marL="18288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6pPr>
      <a:lvl7pPr marL="2743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7pPr>
      <a:lvl8pPr marL="3200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8pPr>
      <a:lvl9pPr marL="3657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bwMode="auto">
        <a:xfrm>
          <a:off x="0" y="0"/>
          <a:ext cx="0" cy="0"/>
          <a:chOff x="0" y="0"/>
          <a:chExt cx="0" cy="0"/>
        </a:xfrm>
      </p:grpSpPr>
      <p:pic>
        <p:nvPicPr>
          <p:cNvPr id="4" name="Grafik 8"/>
          <p:cNvPicPr>
            <a:picLocks noChangeAspect="1"/>
          </p:cNvPicPr>
          <p:nvPr/>
        </p:nvPicPr>
        <p:blipFill>
          <a:blip r:embed="rId4"/>
          <a:stretch/>
        </p:blipFill>
        <p:spPr bwMode="auto">
          <a:xfrm>
            <a:off x="0" y="2540"/>
            <a:ext cx="9144000" cy="5143500"/>
          </a:xfrm>
          <a:prstGeom prst="rect">
            <a:avLst/>
          </a:prstGeom>
          <a:noFill/>
          <a:ln>
            <a:noFill/>
          </a:ln>
        </p:spPr>
      </p:pic>
      <p:pic>
        <p:nvPicPr>
          <p:cNvPr id="5" name="Grafik 1"/>
          <p:cNvPicPr>
            <a:picLocks noChangeAspect="1"/>
          </p:cNvPicPr>
          <p:nvPr/>
        </p:nvPicPr>
        <p:blipFill>
          <a:blip r:embed="rId5"/>
          <a:stretch/>
        </p:blipFill>
        <p:spPr bwMode="auto">
          <a:xfrm>
            <a:off x="0" y="-3810"/>
            <a:ext cx="9149715" cy="5151755"/>
          </a:xfrm>
          <a:prstGeom prst="rect">
            <a:avLst/>
          </a:prstGeom>
          <a:noFill/>
          <a:ln>
            <a:noFill/>
          </a:ln>
        </p:spPr>
      </p:pic>
      <p:sp>
        <p:nvSpPr>
          <p:cNvPr id="6" name="Textfeld 12"/>
          <p:cNvSpPr/>
          <p:nvPr/>
        </p:nvSpPr>
        <p:spPr bwMode="auto">
          <a:xfrm>
            <a:off x="6864985" y="4903470"/>
            <a:ext cx="1019174" cy="138430"/>
          </a:xfrm>
          <a:prstGeom prst="rect">
            <a:avLst/>
          </a:prstGeom>
          <a:noFill/>
          <a:ln>
            <a:noFill/>
          </a:ln>
        </p:spPr>
        <p:txBody>
          <a:bodyPr vert="horz" wrap="square" lIns="0" tIns="0" rIns="0" bIns="0" numCol="1" spcCol="215899" anchor="t"/>
          <a:lstStyle/>
          <a:p>
            <a:pPr>
              <a:defRPr/>
            </a:pPr>
            <a:r>
              <a:rPr sz="900">
                <a:solidFill>
                  <a:schemeClr val="accent2"/>
                </a:solidFill>
              </a:rPr>
              <a:t>www.helmholtz.de</a:t>
            </a:r>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Lst>
  <p:hf hdr="0" dt="0"/>
  <p:txStyles>
    <p:titleStyle>
      <a:lvl1pPr marL="0" marR="0" indent="0" algn="ctr" defTabSz="914400">
        <a:lnSpc>
          <a:spcPct val="100000"/>
        </a:lnSpc>
        <a:spcBef>
          <a:spcPts val="0"/>
        </a:spcBef>
        <a:spcAft>
          <a:spcPts val="0"/>
        </a:spcAft>
        <a:buNone/>
        <a:defRPr sz="4400" b="0" i="0" u="none" strike="noStrike" spc="0">
          <a:solidFill>
            <a:schemeClr val="bg1"/>
          </a:solidFill>
          <a:latin typeface="Arial"/>
          <a:ea typeface="Arial"/>
          <a:cs typeface="Arial"/>
        </a:defRPr>
      </a:lvl1pPr>
      <a:lvl2pPr marL="457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2pPr>
      <a:lvl3pPr marL="914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3pPr>
      <a:lvl4pPr marL="1371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4pPr>
      <a:lvl5pPr marL="18288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6pPr>
      <a:lvl7pPr marL="2743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7pPr>
      <a:lvl8pPr marL="3200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8pPr>
      <a:lvl9pPr marL="3657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9pPr>
    </p:titleStyle>
    <p:bodyStyle>
      <a:lvl1pPr marL="342900" marR="0" indent="-342900" algn="l" defTabSz="914400">
        <a:lnSpc>
          <a:spcPct val="100000"/>
        </a:lnSpc>
        <a:spcBef>
          <a:spcPts val="0"/>
        </a:spcBef>
        <a:spcAft>
          <a:spcPts val="0"/>
        </a:spcAft>
        <a:buClrTx/>
        <a:buSzTx/>
        <a:buFont typeface="Arial"/>
        <a:buChar char="•"/>
        <a:defRPr sz="3200" b="0" i="0" u="none" strike="noStrike" spc="0">
          <a:solidFill>
            <a:schemeClr val="bg1"/>
          </a:solidFill>
          <a:latin typeface="Arial"/>
          <a:ea typeface="Arial"/>
          <a:cs typeface="Arial"/>
        </a:defRPr>
      </a:lvl1pPr>
      <a:lvl2pPr marL="742950" marR="0" indent="-285750" algn="l" defTabSz="914400">
        <a:lnSpc>
          <a:spcPct val="100000"/>
        </a:lnSpc>
        <a:spcBef>
          <a:spcPts val="0"/>
        </a:spcBef>
        <a:spcAft>
          <a:spcPts val="0"/>
        </a:spcAft>
        <a:buClrTx/>
        <a:buSzTx/>
        <a:buFont typeface="Arial"/>
        <a:buChar char="–"/>
        <a:defRPr sz="2800" b="0" i="0" u="none" strike="noStrike" spc="0">
          <a:solidFill>
            <a:schemeClr val="bg1"/>
          </a:solidFill>
          <a:latin typeface="Arial"/>
          <a:ea typeface="Arial"/>
          <a:cs typeface="Arial"/>
        </a:defRPr>
      </a:lvl2pPr>
      <a:lvl3pPr marL="1143000" marR="0" indent="-228600" algn="l" defTabSz="914400">
        <a:lnSpc>
          <a:spcPct val="100000"/>
        </a:lnSpc>
        <a:spcBef>
          <a:spcPts val="0"/>
        </a:spcBef>
        <a:spcAft>
          <a:spcPts val="0"/>
        </a:spcAft>
        <a:buClrTx/>
        <a:buSzTx/>
        <a:buFont typeface="Arial"/>
        <a:buChar char="•"/>
        <a:defRPr sz="2400" b="0" i="0" u="none" strike="noStrike" spc="0">
          <a:solidFill>
            <a:schemeClr val="bg1"/>
          </a:solidFill>
          <a:latin typeface="Arial"/>
          <a:ea typeface="Arial"/>
          <a:cs typeface="Arial"/>
        </a:defRPr>
      </a:lvl3pPr>
      <a:lvl4pPr marL="1600200" marR="0" indent="-228600" algn="l" defTabSz="914400">
        <a:lnSpc>
          <a:spcPct val="100000"/>
        </a:lnSpc>
        <a:spcBef>
          <a:spcPts val="0"/>
        </a:spcBef>
        <a:spcAft>
          <a:spcPts val="0"/>
        </a:spcAft>
        <a:buClrTx/>
        <a:buSzTx/>
        <a:buFont typeface="Arial"/>
        <a:buChar char="–"/>
        <a:defRPr sz="2000" b="0" i="0" u="none" strike="noStrike" spc="0">
          <a:solidFill>
            <a:schemeClr val="bg1"/>
          </a:solidFill>
          <a:latin typeface="Arial"/>
          <a:ea typeface="Arial"/>
          <a:cs typeface="Arial"/>
        </a:defRPr>
      </a:lvl4pPr>
      <a:lvl5pPr marL="2057400" marR="0" indent="-228600" algn="l" defTabSz="914400">
        <a:lnSpc>
          <a:spcPct val="100000"/>
        </a:lnSpc>
        <a:spcBef>
          <a:spcPts val="0"/>
        </a:spcBef>
        <a:spcAft>
          <a:spcPts val="0"/>
        </a:spcAft>
        <a:buClrTx/>
        <a:buSzTx/>
        <a:buFont typeface="Arial"/>
        <a:buChar char="»"/>
        <a:defRPr sz="2000" b="0" i="0" u="none" strike="noStrike" spc="0">
          <a:solidFill>
            <a:schemeClr val="bg1"/>
          </a:solidFill>
          <a:latin typeface="Arial"/>
          <a:ea typeface="Arial"/>
          <a:cs typeface="Arial"/>
        </a:defRPr>
      </a:lvl5pPr>
      <a:lvl6pPr marL="25146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6pPr>
      <a:lvl7pPr marL="29718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7pPr>
      <a:lvl8pPr marL="34290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8pPr>
      <a:lvl9pPr marL="38862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9pPr>
    </p:bodyStyle>
    <p:otherStyle>
      <a:lvl1pPr marL="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1pPr>
      <a:lvl2pPr marL="457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2pPr>
      <a:lvl3pPr marL="914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3pPr>
      <a:lvl4pPr marL="1371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4pPr>
      <a:lvl5pPr marL="18288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6pPr>
      <a:lvl7pPr marL="27432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7pPr>
      <a:lvl8pPr marL="32004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8pPr>
      <a:lvl9pPr marL="3657600" marR="0" indent="0" algn="l" defTabSz="914400">
        <a:lnSpc>
          <a:spcPct val="100000"/>
        </a:lnSpc>
        <a:spcBef>
          <a:spcPts val="0"/>
        </a:spcBef>
        <a:spcAft>
          <a:spcPts val="0"/>
        </a:spcAft>
        <a:buNone/>
        <a:defRPr sz="1800" b="0" i="0" u="none" strike="noStrike" spc="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hyperlink" Target="https://creativecommons.org/publicdomain/zero/1.0/" TargetMode="External"/><Relationship Id="rId7" Type="http://schemas.openxmlformats.org/officeDocument/2006/relationships/hyperlink" Target="https://creativecommons.org/licenses/by/3.0/" TargetMode="External"/><Relationship Id="rId2" Type="http://schemas.openxmlformats.org/officeDocument/2006/relationships/hyperlink" Target="https://creativecommons.org/licenses/by/4.0/" TargetMode="External"/><Relationship Id="rId1" Type="http://schemas.openxmlformats.org/officeDocument/2006/relationships/slideLayout" Target="../slideLayouts/slideLayout15.xml"/><Relationship Id="rId6" Type="http://schemas.openxmlformats.org/officeDocument/2006/relationships/hyperlink" Target="https://commons.wikimedia.org/w/index.php?curid=54697126" TargetMode="External"/><Relationship Id="rId5" Type="http://schemas.openxmlformats.org/officeDocument/2006/relationships/hyperlink" Target="https://www.piqsels.com/en/public-domain-photo-zbfba" TargetMode="External"/><Relationship Id="rId4" Type="http://schemas.openxmlformats.org/officeDocument/2006/relationships/hyperlink" Target="https://freesvg.org/ok-button"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Titel 1"/>
          <p:cNvSpPr>
            <a:spLocks noGrp="1"/>
          </p:cNvSpPr>
          <p:nvPr>
            <p:ph type="ctrTitle"/>
          </p:nvPr>
        </p:nvSpPr>
        <p:spPr bwMode="auto">
          <a:xfrm>
            <a:off x="337185" y="1213351"/>
            <a:ext cx="6107023" cy="1862455"/>
          </a:xfrm>
        </p:spPr>
        <p:txBody>
          <a:bodyPr vert="horz" wrap="square" lIns="0" tIns="0" rIns="0" bIns="0" numCol="1" spcCol="215899" anchor="t">
            <a:prstTxWarp prst="textNoShape">
              <a:avLst/>
            </a:prstTxWarp>
          </a:bodyPr>
          <a:lstStyle/>
          <a:p>
            <a:pPr>
              <a:defRPr/>
            </a:pPr>
            <a:r>
              <a:rPr lang="en-GB" sz="2800" dirty="0"/>
              <a:t>Example Project</a:t>
            </a:r>
            <a:endParaRPr sz="2800" dirty="0">
              <a:latin typeface="Calibri"/>
              <a:cs typeface="Calibri"/>
            </a:endParaRPr>
          </a:p>
        </p:txBody>
      </p:sp>
      <p:pic>
        <p:nvPicPr>
          <p:cNvPr id="5" name="Google Shape;108;p21"/>
          <p:cNvPicPr>
            <a:picLocks noChangeAspect="1"/>
          </p:cNvPicPr>
          <p:nvPr/>
        </p:nvPicPr>
        <p:blipFill>
          <a:blip r:embed="rId2"/>
          <a:stretch/>
        </p:blipFill>
        <p:spPr bwMode="auto">
          <a:xfrm>
            <a:off x="1331640" y="3344102"/>
            <a:ext cx="3773760" cy="1295208"/>
          </a:xfrm>
          <a:prstGeom prst="rect">
            <a:avLst/>
          </a:prstGeom>
          <a:noFill/>
          <a:ln>
            <a:noFill/>
          </a:ln>
        </p:spPr>
      </p:pic>
      <p:pic>
        <p:nvPicPr>
          <p:cNvPr id="1028" name="Picture 4" descr="https://portal.dlr.de/Organisation/Organisationseinheiten/VorstandundStaebe/VO-PR/CD/Vorlagen_2017/1_Identitaetselemente/2_Logo/Logo_GB/DLR_Logo_engl_weis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0040" y="2533914"/>
            <a:ext cx="2916574" cy="8796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1131590"/>
            <a:ext cx="6757764" cy="3569862"/>
          </a:xfrm>
          <a:prstGeom prst="rect">
            <a:avLst/>
          </a:prstGeom>
          <a:noFill/>
          <a:ln w="25400">
            <a:solidFill>
              <a:schemeClr val="tx1"/>
            </a:solidFill>
            <a:miter lim="800000"/>
            <a:headEnd/>
            <a:tailEnd/>
          </a:ln>
        </p:spPr>
      </p:pic>
      <p:sp>
        <p:nvSpPr>
          <p:cNvPr id="8" name="Titel 7"/>
          <p:cNvSpPr>
            <a:spLocks noGrp="1"/>
          </p:cNvSpPr>
          <p:nvPr>
            <p:ph type="title"/>
          </p:nvPr>
        </p:nvSpPr>
        <p:spPr/>
        <p:txBody>
          <a:bodyPr/>
          <a:lstStyle/>
          <a:p>
            <a:r>
              <a:rPr lang="en-US" dirty="0"/>
              <a:t>Welcome to the Development of Sample Calculator!</a:t>
            </a:r>
          </a:p>
        </p:txBody>
      </p:sp>
      <p:sp>
        <p:nvSpPr>
          <p:cNvPr id="18" name="AutoShape 9"/>
          <p:cNvSpPr>
            <a:spLocks noChangeArrowheads="1"/>
          </p:cNvSpPr>
          <p:nvPr/>
        </p:nvSpPr>
        <p:spPr bwMode="auto">
          <a:xfrm>
            <a:off x="36701" y="2787774"/>
            <a:ext cx="2157829" cy="1143268"/>
          </a:xfrm>
          <a:prstGeom prst="wedgeRectCallout">
            <a:avLst>
              <a:gd name="adj1" fmla="val 28052"/>
              <a:gd name="adj2" fmla="val -73780"/>
            </a:avLst>
          </a:prstGeom>
          <a:solidFill>
            <a:srgbClr val="4F81BD"/>
          </a:solidFill>
          <a:ln w="9525" algn="ctr">
            <a:noFill/>
            <a:miter lim="800000"/>
            <a:headEnd/>
            <a:tailEnd/>
          </a:ln>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white"/>
                </a:solidFill>
                <a:effectLst/>
                <a:uLnTx/>
                <a:uFillTx/>
                <a:latin typeface="Calibri"/>
                <a:ea typeface="+mn-ea"/>
                <a:cs typeface="+mn-cs"/>
              </a:rPr>
              <a:t>Usage as command line tool</a:t>
            </a:r>
            <a:endParaRPr kumimoji="0" lang="en-US" sz="2200" b="1" i="0" u="sng" strike="noStrike" kern="1200" cap="none" spc="0" normalizeH="0" baseline="0" noProof="0" dirty="0">
              <a:ln>
                <a:noFill/>
              </a:ln>
              <a:solidFill>
                <a:prstClr val="white"/>
              </a:solidFill>
              <a:effectLst/>
              <a:uLnTx/>
              <a:uFillTx/>
              <a:latin typeface="Calibri"/>
              <a:ea typeface="+mn-ea"/>
              <a:cs typeface="+mn-cs"/>
            </a:endParaRPr>
          </a:p>
        </p:txBody>
      </p:sp>
      <p:sp>
        <p:nvSpPr>
          <p:cNvPr id="19" name="AutoShape 9"/>
          <p:cNvSpPr>
            <a:spLocks noChangeArrowheads="1"/>
          </p:cNvSpPr>
          <p:nvPr/>
        </p:nvSpPr>
        <p:spPr bwMode="auto">
          <a:xfrm>
            <a:off x="4566298" y="3425104"/>
            <a:ext cx="1679948" cy="1011876"/>
          </a:xfrm>
          <a:prstGeom prst="wedgeRectCallout">
            <a:avLst>
              <a:gd name="adj1" fmla="val -77663"/>
              <a:gd name="adj2" fmla="val -19763"/>
            </a:avLst>
          </a:prstGeom>
          <a:solidFill>
            <a:srgbClr val="4F81BD"/>
          </a:solidFill>
          <a:ln w="9525" algn="ctr">
            <a:noFill/>
            <a:miter lim="800000"/>
            <a:headEnd/>
            <a:tailEnd/>
          </a:ln>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Integration as programming library</a:t>
            </a:r>
            <a:endParaRPr kumimoji="0" lang="en-US" sz="2000" b="1" i="0" u="sng" strike="noStrike" kern="1200" cap="none" spc="0" normalizeH="0" baseline="0" noProof="0" dirty="0">
              <a:ln>
                <a:noFill/>
              </a:ln>
              <a:solidFill>
                <a:prstClr val="white"/>
              </a:solidFill>
              <a:effectLst/>
              <a:uLnTx/>
              <a:uFillTx/>
              <a:latin typeface="Calibri"/>
              <a:ea typeface="+mn-ea"/>
              <a:cs typeface="+mn-cs"/>
            </a:endParaRPr>
          </a:p>
        </p:txBody>
      </p:sp>
      <p:sp>
        <p:nvSpPr>
          <p:cNvPr id="20" name="AutoShape 9"/>
          <p:cNvSpPr>
            <a:spLocks noChangeArrowheads="1"/>
          </p:cNvSpPr>
          <p:nvPr/>
        </p:nvSpPr>
        <p:spPr bwMode="auto">
          <a:xfrm>
            <a:off x="6372200" y="2787774"/>
            <a:ext cx="2507494" cy="795852"/>
          </a:xfrm>
          <a:prstGeom prst="wedgeRectCallout">
            <a:avLst>
              <a:gd name="adj1" fmla="val -24630"/>
              <a:gd name="adj2" fmla="val -116047"/>
            </a:avLst>
          </a:prstGeom>
          <a:solidFill>
            <a:srgbClr val="4F81BD"/>
          </a:solidFill>
          <a:ln w="9525" algn="ctr">
            <a:noFill/>
            <a:miter lim="800000"/>
            <a:headEnd/>
            <a:tailEnd/>
          </a:ln>
          <a:effec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Sample values from different sources</a:t>
            </a:r>
            <a:endParaRPr kumimoji="0" lang="en-US" sz="2000" b="1" i="0" u="sng"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842943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Welcome to the Development of Sample Calculator!</a:t>
            </a:r>
            <a:br>
              <a:rPr lang="en-US" dirty="0"/>
            </a:br>
            <a:r>
              <a:rPr lang="en-US" b="0" dirty="0"/>
              <a:t>Requirements and Constraints</a:t>
            </a:r>
          </a:p>
        </p:txBody>
      </p:sp>
      <p:sp>
        <p:nvSpPr>
          <p:cNvPr id="3" name="Textplatzhalter 2"/>
          <p:cNvSpPr>
            <a:spLocks noGrp="1"/>
          </p:cNvSpPr>
          <p:nvPr>
            <p:ph type="body" sz="quarter" idx="12"/>
          </p:nvPr>
        </p:nvSpPr>
        <p:spPr/>
        <p:txBody>
          <a:bodyPr/>
          <a:lstStyle/>
          <a:p>
            <a:pPr>
              <a:spcAft>
                <a:spcPts val="600"/>
              </a:spcAft>
            </a:pPr>
            <a:r>
              <a:rPr lang="en-US" b="1" dirty="0"/>
              <a:t>Functional requirements</a:t>
            </a:r>
          </a:p>
          <a:p>
            <a:pPr lvl="1">
              <a:spcAft>
                <a:spcPts val="600"/>
              </a:spcAft>
            </a:pPr>
            <a:r>
              <a:rPr lang="en-US" dirty="0"/>
              <a:t>Implement reading sample values from console and files (CSV format)</a:t>
            </a:r>
          </a:p>
          <a:p>
            <a:pPr lvl="1">
              <a:spcAft>
                <a:spcPts val="600"/>
              </a:spcAft>
            </a:pPr>
            <a:r>
              <a:rPr lang="en-US" dirty="0"/>
              <a:t>Implement calculation of average, variance, standard deviation (and other)</a:t>
            </a:r>
          </a:p>
          <a:p>
            <a:pPr lvl="1">
              <a:spcAft>
                <a:spcPts val="1200"/>
              </a:spcAft>
            </a:pPr>
            <a:r>
              <a:rPr lang="en-US" dirty="0"/>
              <a:t>Implement logging of all relevant steps (console output, log files)</a:t>
            </a:r>
          </a:p>
          <a:p>
            <a:pPr>
              <a:spcBef>
                <a:spcPts val="0"/>
              </a:spcBef>
              <a:spcAft>
                <a:spcPts val="600"/>
              </a:spcAft>
            </a:pPr>
            <a:r>
              <a:rPr lang="en-US" b="1" dirty="0"/>
              <a:t>Quality requirements</a:t>
            </a:r>
          </a:p>
          <a:p>
            <a:pPr lvl="1">
              <a:spcAft>
                <a:spcPts val="600"/>
              </a:spcAft>
            </a:pPr>
            <a:r>
              <a:rPr lang="en-US" dirty="0"/>
              <a:t>Easily extensible with regard to calculations</a:t>
            </a:r>
          </a:p>
          <a:p>
            <a:pPr lvl="1">
              <a:spcAft>
                <a:spcPts val="1200"/>
              </a:spcAft>
            </a:pPr>
            <a:r>
              <a:rPr lang="en-US" dirty="0"/>
              <a:t>Easily extensible with regard to input methods</a:t>
            </a:r>
          </a:p>
          <a:p>
            <a:pPr>
              <a:spcBef>
                <a:spcPts val="0"/>
              </a:spcBef>
              <a:spcAft>
                <a:spcPts val="600"/>
              </a:spcAft>
            </a:pPr>
            <a:r>
              <a:rPr lang="en-US" b="1" dirty="0"/>
              <a:t>Constraints</a:t>
            </a:r>
          </a:p>
          <a:p>
            <a:pPr lvl="1">
              <a:spcAft>
                <a:spcPts val="600"/>
              </a:spcAft>
            </a:pPr>
            <a:r>
              <a:rPr lang="en-US" dirty="0"/>
              <a:t>Python &gt;= 3.9, no additional dependencies for usage</a:t>
            </a:r>
          </a:p>
          <a:p>
            <a:pPr lvl="1">
              <a:spcAft>
                <a:spcPts val="600"/>
              </a:spcAft>
            </a:pPr>
            <a:r>
              <a:rPr lang="en-US" dirty="0"/>
              <a:t>Iterative development approach</a:t>
            </a:r>
            <a:endParaRPr lang="de-DE" dirty="0"/>
          </a:p>
        </p:txBody>
      </p:sp>
    </p:spTree>
    <p:extLst>
      <p:ext uri="{BB962C8B-B14F-4D97-AF65-F5344CB8AC3E}">
        <p14:creationId xmlns:p14="http://schemas.microsoft.com/office/powerpoint/2010/main" val="291516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AutoShape 6"/>
          <p:cNvSpPr>
            <a:spLocks noChangeArrowheads="1"/>
          </p:cNvSpPr>
          <p:nvPr/>
        </p:nvSpPr>
        <p:spPr bwMode="auto">
          <a:xfrm>
            <a:off x="5766788" y="2406361"/>
            <a:ext cx="439675" cy="625162"/>
          </a:xfrm>
          <a:prstGeom prst="rightArrow">
            <a:avLst>
              <a:gd name="adj1" fmla="val 50000"/>
              <a:gd name="adj2" fmla="val 25000"/>
            </a:avLst>
          </a:prstGeom>
          <a:solidFill>
            <a:sysClr val="window" lastClr="FFFFFF">
              <a:lumMod val="95000"/>
            </a:sysClr>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8" name="Titel 7"/>
          <p:cNvSpPr>
            <a:spLocks noGrp="1"/>
          </p:cNvSpPr>
          <p:nvPr>
            <p:ph type="title"/>
          </p:nvPr>
        </p:nvSpPr>
        <p:spPr/>
        <p:txBody>
          <a:bodyPr/>
          <a:lstStyle/>
          <a:p>
            <a:r>
              <a:rPr lang="en-US" dirty="0"/>
              <a:t>Welcome to the Development of Sample Calculator!</a:t>
            </a:r>
          </a:p>
        </p:txBody>
      </p:sp>
      <p:sp>
        <p:nvSpPr>
          <p:cNvPr id="14" name="AutoShape 6"/>
          <p:cNvSpPr>
            <a:spLocks noChangeArrowheads="1"/>
          </p:cNvSpPr>
          <p:nvPr/>
        </p:nvSpPr>
        <p:spPr bwMode="auto">
          <a:xfrm>
            <a:off x="2799798" y="2406361"/>
            <a:ext cx="439675" cy="625162"/>
          </a:xfrm>
          <a:prstGeom prst="rightArrow">
            <a:avLst>
              <a:gd name="adj1" fmla="val 50000"/>
              <a:gd name="adj2" fmla="val 25000"/>
            </a:avLst>
          </a:prstGeom>
          <a:solidFill>
            <a:sysClr val="window" lastClr="FFFFFF">
              <a:lumMod val="95000"/>
            </a:sysClr>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21" name="Rectangle 7"/>
          <p:cNvSpPr>
            <a:spLocks noChangeArrowheads="1"/>
          </p:cNvSpPr>
          <p:nvPr/>
        </p:nvSpPr>
        <p:spPr bwMode="auto">
          <a:xfrm>
            <a:off x="3239473" y="1998942"/>
            <a:ext cx="2520000" cy="1440000"/>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2800" b="1" kern="0" dirty="0">
                <a:solidFill>
                  <a:prstClr val="white"/>
                </a:solidFill>
                <a:latin typeface="Calibri"/>
              </a:rPr>
              <a:t>Iteration 2:</a:t>
            </a:r>
          </a:p>
          <a:p>
            <a:pPr algn="ctr">
              <a:defRPr/>
            </a:pPr>
            <a:r>
              <a:rPr lang="de-DE" sz="2800" kern="0" dirty="0">
                <a:solidFill>
                  <a:prstClr val="white"/>
                </a:solidFill>
                <a:latin typeface="Calibri"/>
              </a:rPr>
              <a:t>Initial Design</a:t>
            </a:r>
          </a:p>
        </p:txBody>
      </p:sp>
      <p:sp>
        <p:nvSpPr>
          <p:cNvPr id="24" name="Rectangle 7"/>
          <p:cNvSpPr>
            <a:spLocks noChangeArrowheads="1"/>
          </p:cNvSpPr>
          <p:nvPr/>
        </p:nvSpPr>
        <p:spPr bwMode="auto">
          <a:xfrm>
            <a:off x="311830" y="1998504"/>
            <a:ext cx="2520000" cy="1440000"/>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2800" b="1" kern="0" dirty="0">
                <a:solidFill>
                  <a:prstClr val="white"/>
                </a:solidFill>
                <a:latin typeface="Calibri"/>
              </a:rPr>
              <a:t>Iteration 1:</a:t>
            </a:r>
          </a:p>
          <a:p>
            <a:pPr algn="ctr">
              <a:defRPr/>
            </a:pPr>
            <a:r>
              <a:rPr lang="de-DE" sz="2800" b="1" kern="0" dirty="0">
                <a:solidFill>
                  <a:prstClr val="white"/>
                </a:solidFill>
                <a:latin typeface="Calibri"/>
              </a:rPr>
              <a:t>Prototype</a:t>
            </a:r>
          </a:p>
        </p:txBody>
      </p:sp>
      <p:sp>
        <p:nvSpPr>
          <p:cNvPr id="25" name="Rectangle 7"/>
          <p:cNvSpPr>
            <a:spLocks noChangeArrowheads="1"/>
          </p:cNvSpPr>
          <p:nvPr/>
        </p:nvSpPr>
        <p:spPr bwMode="auto">
          <a:xfrm>
            <a:off x="6217067" y="1998504"/>
            <a:ext cx="2520000" cy="1440000"/>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2800" b="1" kern="0" dirty="0">
                <a:solidFill>
                  <a:prstClr val="white"/>
                </a:solidFill>
                <a:latin typeface="Calibri"/>
              </a:rPr>
              <a:t>Iteration 3:</a:t>
            </a:r>
          </a:p>
          <a:p>
            <a:pPr algn="ctr">
              <a:defRPr/>
            </a:pPr>
            <a:r>
              <a:rPr lang="de-DE" sz="2800" b="1" kern="0" dirty="0">
                <a:solidFill>
                  <a:prstClr val="white"/>
                </a:solidFill>
                <a:latin typeface="Calibri"/>
              </a:rPr>
              <a:t>Release 1.0.0</a:t>
            </a:r>
          </a:p>
        </p:txBody>
      </p:sp>
      <p:pic>
        <p:nvPicPr>
          <p:cNvPr id="23" name="Grafik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659" y="2102771"/>
            <a:ext cx="1232342" cy="1232342"/>
          </a:xfrm>
          <a:prstGeom prst="rect">
            <a:avLst/>
          </a:prstGeom>
        </p:spPr>
      </p:pic>
    </p:spTree>
    <p:extLst>
      <p:ext uri="{BB962C8B-B14F-4D97-AF65-F5344CB8AC3E}">
        <p14:creationId xmlns:p14="http://schemas.microsoft.com/office/powerpoint/2010/main" val="4157594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8449" y="3556112"/>
            <a:ext cx="3397601" cy="1224136"/>
          </a:xfrm>
          <a:prstGeom prst="rect">
            <a:avLst/>
          </a:prstGeom>
          <a:noFill/>
          <a:ln w="2540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8" name="Titel 7"/>
          <p:cNvSpPr>
            <a:spLocks noGrp="1"/>
          </p:cNvSpPr>
          <p:nvPr>
            <p:ph type="title"/>
          </p:nvPr>
        </p:nvSpPr>
        <p:spPr/>
        <p:txBody>
          <a:bodyPr/>
          <a:lstStyle/>
          <a:p>
            <a:r>
              <a:rPr lang="en-US" dirty="0"/>
              <a:t>Tools used during Development</a:t>
            </a:r>
            <a:endParaRPr lang="en-GB" dirty="0"/>
          </a:p>
        </p:txBody>
      </p:sp>
      <p:sp>
        <p:nvSpPr>
          <p:cNvPr id="2" name="Flussdiagramm: Magnetplattenspeicher 1"/>
          <p:cNvSpPr/>
          <p:nvPr/>
        </p:nvSpPr>
        <p:spPr bwMode="auto">
          <a:xfrm>
            <a:off x="3956823" y="1086917"/>
            <a:ext cx="1354610" cy="813011"/>
          </a:xfrm>
          <a:prstGeom prst="flowChartMagneticDisk">
            <a:avLst/>
          </a:prstGeom>
          <a:ln>
            <a:solidFill>
              <a:schemeClr val="tx1"/>
            </a:solidFill>
          </a:ln>
        </p:spPr>
        <p:style>
          <a:lnRef idx="0">
            <a:schemeClr val="accent1"/>
          </a:lnRef>
          <a:fillRef idx="0">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3" name="Pfeil nach unten 2"/>
          <p:cNvSpPr/>
          <p:nvPr/>
        </p:nvSpPr>
        <p:spPr bwMode="auto">
          <a:xfrm>
            <a:off x="1763688" y="2353077"/>
            <a:ext cx="1152128" cy="792097"/>
          </a:xfrm>
          <a:prstGeom prst="downArrow">
            <a:avLst/>
          </a:prstGeom>
        </p:spPr>
        <p:style>
          <a:lnRef idx="0">
            <a:schemeClr val="accent1"/>
          </a:lnRef>
          <a:fillRef idx="0">
            <a:schemeClr val="accent1"/>
          </a:fillRef>
          <a:effectRef idx="0">
            <a:schemeClr val="accent1"/>
          </a:effectRef>
          <a:fontRef idx="minor">
            <a:schemeClr val="lt1"/>
          </a:fontRef>
        </p:style>
        <p:txBody>
          <a:bodyPr rtlCol="0" anchor="ctr"/>
          <a:lstStyle/>
          <a:p>
            <a:pPr algn="ctr"/>
            <a:endParaRPr lang="de-DE"/>
          </a:p>
        </p:txBody>
      </p:sp>
      <p:pic>
        <p:nvPicPr>
          <p:cNvPr id="16"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6606" y="2034984"/>
            <a:ext cx="2413186" cy="1383291"/>
          </a:xfrm>
          <a:prstGeom prst="rect">
            <a:avLst/>
          </a:prstGeom>
          <a:noFill/>
          <a:ln w="2540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7"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88224" y="1690522"/>
            <a:ext cx="1985305" cy="2040342"/>
          </a:xfrm>
          <a:prstGeom prst="rect">
            <a:avLst/>
          </a:prstGeom>
          <a:noFill/>
          <a:ln w="2540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grpSp>
        <p:nvGrpSpPr>
          <p:cNvPr id="6" name="Gruppieren 5"/>
          <p:cNvGrpSpPr/>
          <p:nvPr/>
        </p:nvGrpSpPr>
        <p:grpSpPr>
          <a:xfrm>
            <a:off x="2987824" y="1974326"/>
            <a:ext cx="3244198" cy="1480381"/>
            <a:chOff x="3059831" y="2027473"/>
            <a:chExt cx="3244198" cy="1480381"/>
          </a:xfrm>
        </p:grpSpPr>
        <p:sp>
          <p:nvSpPr>
            <p:cNvPr id="14" name="Textfeld 13"/>
            <p:cNvSpPr txBox="1"/>
            <p:nvPr/>
          </p:nvSpPr>
          <p:spPr>
            <a:xfrm>
              <a:off x="3478513" y="2449992"/>
              <a:ext cx="2397711" cy="646331"/>
            </a:xfrm>
            <a:prstGeom prst="rect">
              <a:avLst/>
            </a:prstGeom>
            <a:noFill/>
            <a:ln>
              <a:solidFill>
                <a:srgbClr val="000000"/>
              </a:solidFill>
            </a:ln>
          </p:spPr>
          <p:txBody>
            <a:bodyPr wrap="square" rtlCol="0">
              <a:spAutoFit/>
            </a:bodyPr>
            <a:lstStyle/>
            <a:p>
              <a:pPr algn="ctr"/>
              <a:r>
                <a:rPr lang="de-DE" b="1" dirty="0">
                  <a:ea typeface="ＭＳ Ｐゴシック" charset="0"/>
                </a:rPr>
                <a:t>Development</a:t>
              </a:r>
              <a:br>
                <a:rPr lang="de-DE" b="1" dirty="0">
                  <a:ea typeface="ＭＳ Ｐゴシック" charset="0"/>
                </a:rPr>
              </a:br>
              <a:r>
                <a:rPr lang="de-DE" b="1" dirty="0">
                  <a:ea typeface="ＭＳ Ｐゴシック" charset="0"/>
                </a:rPr>
                <a:t>Team</a:t>
              </a:r>
            </a:p>
          </p:txBody>
        </p:sp>
        <p:sp>
          <p:nvSpPr>
            <p:cNvPr id="5" name="Pfeil nach unten 4"/>
            <p:cNvSpPr/>
            <p:nvPr/>
          </p:nvSpPr>
          <p:spPr bwMode="auto">
            <a:xfrm>
              <a:off x="4401210" y="3143977"/>
              <a:ext cx="576064" cy="363877"/>
            </a:xfrm>
            <a:prstGeom prst="downArrow">
              <a:avLst/>
            </a:prstGeom>
            <a:ln>
              <a:solidFill>
                <a:schemeClr val="tx1"/>
              </a:solidFill>
            </a:ln>
          </p:spPr>
          <p:style>
            <a:lnRef idx="0">
              <a:schemeClr val="accent1"/>
            </a:lnRef>
            <a:fillRef idx="0">
              <a:schemeClr val="accent1"/>
            </a:fillRef>
            <a:effectRef idx="0">
              <a:schemeClr val="accent1"/>
            </a:effectRef>
            <a:fontRef idx="minor">
              <a:schemeClr val="lt1"/>
            </a:fontRef>
          </p:style>
          <p:txBody>
            <a:bodyPr rtlCol="0" anchor="ctr"/>
            <a:lstStyle/>
            <a:p>
              <a:pPr algn="ctr"/>
              <a:endParaRPr lang="de-DE"/>
            </a:p>
          </p:txBody>
        </p:sp>
        <p:sp>
          <p:nvSpPr>
            <p:cNvPr id="19" name="Pfeil nach unten 18"/>
            <p:cNvSpPr/>
            <p:nvPr/>
          </p:nvSpPr>
          <p:spPr bwMode="auto">
            <a:xfrm rot="10800000">
              <a:off x="4401210" y="2027473"/>
              <a:ext cx="576064" cy="363877"/>
            </a:xfrm>
            <a:prstGeom prst="downArrow">
              <a:avLst/>
            </a:prstGeom>
            <a:ln>
              <a:solidFill>
                <a:schemeClr val="tx1"/>
              </a:solidFill>
            </a:ln>
          </p:spPr>
          <p:style>
            <a:lnRef idx="0">
              <a:schemeClr val="accent1"/>
            </a:lnRef>
            <a:fillRef idx="0">
              <a:schemeClr val="accent1"/>
            </a:fillRef>
            <a:effectRef idx="0">
              <a:schemeClr val="accent1"/>
            </a:effectRef>
            <a:fontRef idx="minor">
              <a:schemeClr val="lt1"/>
            </a:fontRef>
          </p:style>
          <p:txBody>
            <a:bodyPr rtlCol="0" anchor="ctr"/>
            <a:lstStyle/>
            <a:p>
              <a:pPr algn="ctr"/>
              <a:endParaRPr lang="de-DE"/>
            </a:p>
          </p:txBody>
        </p:sp>
        <p:sp>
          <p:nvSpPr>
            <p:cNvPr id="20" name="Pfeil nach unten 19"/>
            <p:cNvSpPr/>
            <p:nvPr/>
          </p:nvSpPr>
          <p:spPr bwMode="auto">
            <a:xfrm rot="16200000">
              <a:off x="5834059" y="2591217"/>
              <a:ext cx="576064" cy="363877"/>
            </a:xfrm>
            <a:prstGeom prst="downArrow">
              <a:avLst/>
            </a:prstGeom>
            <a:ln>
              <a:solidFill>
                <a:schemeClr val="tx1"/>
              </a:solidFill>
            </a:ln>
          </p:spPr>
          <p:style>
            <a:lnRef idx="0">
              <a:schemeClr val="accent1"/>
            </a:lnRef>
            <a:fillRef idx="0">
              <a:schemeClr val="accent1"/>
            </a:fillRef>
            <a:effectRef idx="0">
              <a:schemeClr val="accent1"/>
            </a:effectRef>
            <a:fontRef idx="minor">
              <a:schemeClr val="lt1"/>
            </a:fontRef>
          </p:style>
          <p:txBody>
            <a:bodyPr rtlCol="0" anchor="ctr"/>
            <a:lstStyle/>
            <a:p>
              <a:pPr algn="ctr"/>
              <a:endParaRPr lang="de-DE"/>
            </a:p>
          </p:txBody>
        </p:sp>
        <p:sp>
          <p:nvSpPr>
            <p:cNvPr id="21" name="Pfeil nach unten 20"/>
            <p:cNvSpPr/>
            <p:nvPr/>
          </p:nvSpPr>
          <p:spPr bwMode="auto">
            <a:xfrm rot="5400000">
              <a:off x="2953738" y="2591218"/>
              <a:ext cx="576064" cy="363877"/>
            </a:xfrm>
            <a:prstGeom prst="downArrow">
              <a:avLst/>
            </a:prstGeom>
            <a:ln>
              <a:solidFill>
                <a:schemeClr val="tx1"/>
              </a:solidFill>
            </a:ln>
          </p:spPr>
          <p:style>
            <a:lnRef idx="0">
              <a:schemeClr val="accent1"/>
            </a:lnRef>
            <a:fillRef idx="0">
              <a:schemeClr val="accent1"/>
            </a:fillRef>
            <a:effectRef idx="0">
              <a:schemeClr val="accent1"/>
            </a:effectRef>
            <a:fontRef idx="minor">
              <a:schemeClr val="lt1"/>
            </a:fontRef>
          </p:style>
          <p:txBody>
            <a:bodyPr rtlCol="0" anchor="ctr"/>
            <a:lstStyle/>
            <a:p>
              <a:pPr algn="ctr"/>
              <a:endParaRPr lang="de-DE"/>
            </a:p>
          </p:txBody>
        </p:sp>
      </p:grpSp>
      <p:sp>
        <p:nvSpPr>
          <p:cNvPr id="26" name="Textfeld 25"/>
          <p:cNvSpPr txBox="1"/>
          <p:nvPr/>
        </p:nvSpPr>
        <p:spPr>
          <a:xfrm>
            <a:off x="4004322" y="1287481"/>
            <a:ext cx="1245854" cy="584775"/>
          </a:xfrm>
          <a:prstGeom prst="rect">
            <a:avLst/>
          </a:prstGeom>
          <a:noFill/>
        </p:spPr>
        <p:txBody>
          <a:bodyPr wrap="none" rtlCol="0">
            <a:spAutoFit/>
          </a:bodyPr>
          <a:lstStyle/>
          <a:p>
            <a:r>
              <a:rPr lang="en-US" sz="1600" b="1" dirty="0"/>
              <a:t>Shared </a:t>
            </a:r>
            <a:r>
              <a:rPr lang="en-US" sz="1600" b="1" dirty="0" err="1"/>
              <a:t>Git</a:t>
            </a:r>
            <a:br>
              <a:rPr lang="en-US" sz="1600" b="1" dirty="0"/>
            </a:br>
            <a:r>
              <a:rPr lang="en-US" sz="1600" b="1" dirty="0"/>
              <a:t> repository</a:t>
            </a:r>
          </a:p>
        </p:txBody>
      </p:sp>
      <p:sp>
        <p:nvSpPr>
          <p:cNvPr id="7" name="Textfeld 6"/>
          <p:cNvSpPr txBox="1"/>
          <p:nvPr/>
        </p:nvSpPr>
        <p:spPr>
          <a:xfrm>
            <a:off x="3851789" y="3561587"/>
            <a:ext cx="1507144" cy="338554"/>
          </a:xfrm>
          <a:prstGeom prst="rect">
            <a:avLst/>
          </a:prstGeom>
          <a:solidFill>
            <a:schemeClr val="bg1"/>
          </a:solidFill>
        </p:spPr>
        <p:txBody>
          <a:bodyPr wrap="none" rtlCol="0">
            <a:spAutoFit/>
          </a:bodyPr>
          <a:lstStyle/>
          <a:p>
            <a:r>
              <a:rPr lang="en-US" sz="1600" b="1" dirty="0"/>
              <a:t>Issue Tracker</a:t>
            </a:r>
          </a:p>
        </p:txBody>
      </p:sp>
      <p:sp>
        <p:nvSpPr>
          <p:cNvPr id="27" name="Textfeld 26"/>
          <p:cNvSpPr txBox="1"/>
          <p:nvPr/>
        </p:nvSpPr>
        <p:spPr>
          <a:xfrm>
            <a:off x="721994" y="1635646"/>
            <a:ext cx="1542410" cy="338554"/>
          </a:xfrm>
          <a:prstGeom prst="rect">
            <a:avLst/>
          </a:prstGeom>
          <a:solidFill>
            <a:schemeClr val="bg1"/>
          </a:solidFill>
        </p:spPr>
        <p:txBody>
          <a:bodyPr wrap="none" rtlCol="0">
            <a:spAutoFit/>
          </a:bodyPr>
          <a:lstStyle/>
          <a:p>
            <a:r>
              <a:rPr lang="en-US" sz="1600" b="1" dirty="0"/>
              <a:t>Build Pipeline</a:t>
            </a:r>
          </a:p>
        </p:txBody>
      </p:sp>
      <p:sp>
        <p:nvSpPr>
          <p:cNvPr id="28" name="Textfeld 27"/>
          <p:cNvSpPr txBox="1"/>
          <p:nvPr/>
        </p:nvSpPr>
        <p:spPr>
          <a:xfrm>
            <a:off x="6696615" y="1275606"/>
            <a:ext cx="1768433" cy="338554"/>
          </a:xfrm>
          <a:prstGeom prst="rect">
            <a:avLst/>
          </a:prstGeom>
          <a:solidFill>
            <a:schemeClr val="bg1"/>
          </a:solidFill>
        </p:spPr>
        <p:txBody>
          <a:bodyPr wrap="none" rtlCol="0">
            <a:spAutoFit/>
          </a:bodyPr>
          <a:lstStyle/>
          <a:p>
            <a:r>
              <a:rPr lang="en-US" sz="1600" b="1" dirty="0"/>
              <a:t>Merge Requests</a:t>
            </a:r>
          </a:p>
        </p:txBody>
      </p:sp>
      <p:sp>
        <p:nvSpPr>
          <p:cNvPr id="22" name="AutoShape 9"/>
          <p:cNvSpPr>
            <a:spLocks noChangeArrowheads="1"/>
          </p:cNvSpPr>
          <p:nvPr/>
        </p:nvSpPr>
        <p:spPr bwMode="auto">
          <a:xfrm>
            <a:off x="1493199" y="598959"/>
            <a:ext cx="2214705" cy="1062988"/>
          </a:xfrm>
          <a:prstGeom prst="wedgeRectCallout">
            <a:avLst>
              <a:gd name="adj1" fmla="val 64230"/>
              <a:gd name="adj2" fmla="val 32169"/>
            </a:avLst>
          </a:prstGeom>
          <a:solidFill>
            <a:srgbClr val="4F81BD"/>
          </a:solidFill>
          <a:ln w="9525" algn="ctr">
            <a:noFill/>
            <a:miter lim="800000"/>
            <a:headEnd/>
            <a:tailEnd/>
          </a:ln>
          <a:effectLst/>
        </p:spPr>
        <p:txBody>
          <a:bodyPr tIns="36000" bIns="36000"/>
          <a:lstStyle/>
          <a:p>
            <a:pPr lvl="0" rtl="0"/>
            <a:r>
              <a:rPr lang="en-US" sz="1600" b="1" kern="1200" dirty="0">
                <a:solidFill>
                  <a:prstClr val="white"/>
                </a:solidFill>
                <a:latin typeface="Calibri"/>
                <a:ea typeface="+mn-ea"/>
                <a:cs typeface="+mn-cs"/>
              </a:rPr>
              <a:t>Mainline</a:t>
            </a:r>
          </a:p>
          <a:p>
            <a:pPr lvl="0" rtl="0"/>
            <a:r>
              <a:rPr lang="en-US" sz="1600" b="1" kern="1200" dirty="0">
                <a:solidFill>
                  <a:prstClr val="white"/>
                </a:solidFill>
                <a:latin typeface="Calibri"/>
                <a:ea typeface="+mn-ea"/>
                <a:cs typeface="+mn-cs"/>
              </a:rPr>
              <a:t>Feature  Branching</a:t>
            </a:r>
          </a:p>
          <a:p>
            <a:pPr lvl="0" rtl="0"/>
            <a:r>
              <a:rPr lang="en-US" sz="1600" b="1" kern="1200" dirty="0">
                <a:solidFill>
                  <a:prstClr val="white"/>
                </a:solidFill>
                <a:latin typeface="Calibri"/>
                <a:ea typeface="+mn-ea"/>
                <a:cs typeface="+mn-cs"/>
              </a:rPr>
              <a:t>Reviewed Commits</a:t>
            </a:r>
          </a:p>
          <a:p>
            <a:pPr lvl="0" rtl="0"/>
            <a:r>
              <a:rPr lang="en-US" sz="1600" b="1" kern="1200" dirty="0">
                <a:solidFill>
                  <a:prstClr val="white"/>
                </a:solidFill>
                <a:latin typeface="Calibri"/>
                <a:ea typeface="+mn-ea"/>
                <a:cs typeface="+mn-cs"/>
              </a:rPr>
              <a:t>Release / Hotfix Branch</a:t>
            </a:r>
          </a:p>
        </p:txBody>
      </p:sp>
    </p:spTree>
    <p:extLst>
      <p:ext uri="{BB962C8B-B14F-4D97-AF65-F5344CB8AC3E}">
        <p14:creationId xmlns:p14="http://schemas.microsoft.com/office/powerpoint/2010/main" val="391030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Iteration 2</a:t>
            </a:r>
            <a:br>
              <a:rPr lang="en-US" dirty="0"/>
            </a:br>
            <a:r>
              <a:rPr lang="en-GB" b="0" dirty="0"/>
              <a:t>Goals and Current Status</a:t>
            </a:r>
            <a:endParaRPr lang="en-US" b="0" dirty="0"/>
          </a:p>
        </p:txBody>
      </p:sp>
      <p:sp>
        <p:nvSpPr>
          <p:cNvPr id="78" name="AutoShape 9"/>
          <p:cNvSpPr>
            <a:spLocks noChangeArrowheads="1"/>
          </p:cNvSpPr>
          <p:nvPr/>
        </p:nvSpPr>
        <p:spPr bwMode="auto">
          <a:xfrm>
            <a:off x="5487463" y="1227580"/>
            <a:ext cx="3490518" cy="1490188"/>
          </a:xfrm>
          <a:prstGeom prst="wedgeRectCallout">
            <a:avLst>
              <a:gd name="adj1" fmla="val 12977"/>
              <a:gd name="adj2" fmla="val 73472"/>
            </a:avLst>
          </a:prstGeom>
          <a:solidFill>
            <a:srgbClr val="4F81BD"/>
          </a:solidFill>
          <a:ln w="9525" algn="ctr">
            <a:noFill/>
            <a:miter lim="800000"/>
            <a:headEnd/>
            <a:tailEnd/>
          </a:ln>
          <a:effectLst/>
        </p:spPr>
        <p:txBody>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400" b="1" i="0" u="sng" strike="noStrike" kern="1200" cap="none" spc="0" normalizeH="0" baseline="0" noProof="0" dirty="0">
                <a:ln>
                  <a:noFill/>
                </a:ln>
                <a:solidFill>
                  <a:prstClr val="white"/>
                </a:solidFill>
                <a:effectLst/>
                <a:uLnTx/>
                <a:uFillTx/>
                <a:latin typeface="Calibri"/>
                <a:ea typeface="+mn-ea"/>
                <a:cs typeface="+mn-cs"/>
              </a:rPr>
              <a:t>Our Tasks:</a:t>
            </a: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Set up issue tracker</a:t>
            </a:r>
          </a:p>
          <a:p>
            <a:pPr marL="342900" marR="0" lvl="0" indent="-34290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Set up build pipeline</a:t>
            </a: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793" y="3411534"/>
            <a:ext cx="4481223" cy="9890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9" name="Grafik 7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1580" y="3471977"/>
            <a:ext cx="868212" cy="868212"/>
          </a:xfrm>
          <a:prstGeom prst="rect">
            <a:avLst/>
          </a:prstGeom>
        </p:spPr>
      </p:pic>
      <p:pic>
        <p:nvPicPr>
          <p:cNvPr id="1028" name="Picture 4" descr="https://plantuml-server.kkeisuke.app/png/bPF1JiCm343l_eeSGKWvx0FG94uSEF41bPSQLX4dLUmW8SI_atG3Mer6tIbDxBm-syfU59DczY1lGnWn8HkE8RfZYan6KwPPn4KUOw2Wp_hXoPHhEn27vNC70CwZY17aqLDNJbtsg35PnY6OJp3cRgJq4XF_1eSORcvhm77VrRIo-oeaF8WcTFeFhAXa5VjOboVIO-mdT42c2debxQQKxXrz9Yd0IbnJcuc8FQ3GoTCbGgMbfcbnpbONXEcS9yqpeLNRmkRXRxEey2U9JhrQQRVrzdvJzrO1hVkrpkQVhoZkEe6BWS6MeMvWjOtcyxLREmkmfz2NH_8D.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7504" y="1166427"/>
            <a:ext cx="4824536" cy="1828769"/>
          </a:xfrm>
          <a:prstGeom prst="rect">
            <a:avLst/>
          </a:prstGeom>
          <a:noFill/>
          <a:extLst>
            <a:ext uri="{909E8E84-426E-40DD-AFC4-6F175D3DCCD1}">
              <a14:hiddenFill xmlns:a14="http://schemas.microsoft.com/office/drawing/2010/main">
                <a:solidFill>
                  <a:srgbClr val="FFFFFF"/>
                </a:solidFill>
              </a14:hiddenFill>
            </a:ext>
          </a:extLst>
        </p:spPr>
      </p:pic>
      <p:pic>
        <p:nvPicPr>
          <p:cNvPr id="80" name="Grafik 7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1580" y="1775546"/>
            <a:ext cx="868212" cy="868212"/>
          </a:xfrm>
          <a:prstGeom prst="rect">
            <a:avLst/>
          </a:prstGeom>
        </p:spPr>
      </p:pic>
      <p:grpSp>
        <p:nvGrpSpPr>
          <p:cNvPr id="81" name="Gruppieren 80"/>
          <p:cNvGrpSpPr/>
          <p:nvPr/>
        </p:nvGrpSpPr>
        <p:grpSpPr>
          <a:xfrm>
            <a:off x="5020101" y="3003798"/>
            <a:ext cx="3847233" cy="1799454"/>
            <a:chOff x="1751514" y="1802662"/>
            <a:chExt cx="8522537" cy="4133764"/>
          </a:xfrm>
        </p:grpSpPr>
        <p:sp>
          <p:nvSpPr>
            <p:cNvPr id="82" name="Rectangle 36"/>
            <p:cNvSpPr>
              <a:spLocks noChangeArrowheads="1"/>
            </p:cNvSpPr>
            <p:nvPr/>
          </p:nvSpPr>
          <p:spPr bwMode="auto">
            <a:xfrm>
              <a:off x="8496516" y="5036314"/>
              <a:ext cx="1532773" cy="900112"/>
            </a:xfrm>
            <a:prstGeom prst="rect">
              <a:avLst/>
            </a:prstGeom>
            <a:solidFill>
              <a:srgbClr val="9BBB59"/>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b="1" kern="0" dirty="0">
                  <a:solidFill>
                    <a:prstClr val="white"/>
                  </a:solidFill>
                  <a:latin typeface="Calibri"/>
                </a:rPr>
                <a:t>Iteration</a:t>
              </a:r>
              <a:br>
                <a:rPr lang="en-US" sz="1000" b="1" kern="0" dirty="0">
                  <a:solidFill>
                    <a:prstClr val="white"/>
                  </a:solidFill>
                  <a:latin typeface="Calibri"/>
                </a:rPr>
              </a:br>
              <a:r>
                <a:rPr lang="en-US" sz="1000" b="1" kern="0" dirty="0">
                  <a:solidFill>
                    <a:prstClr val="white"/>
                  </a:solidFill>
                  <a:latin typeface="Calibri"/>
                </a:rPr>
                <a:t> closing</a:t>
              </a:r>
            </a:p>
          </p:txBody>
        </p:sp>
        <p:grpSp>
          <p:nvGrpSpPr>
            <p:cNvPr id="83" name="Gruppieren 82"/>
            <p:cNvGrpSpPr/>
            <p:nvPr/>
          </p:nvGrpSpPr>
          <p:grpSpPr>
            <a:xfrm>
              <a:off x="1751514" y="2495930"/>
              <a:ext cx="8522537" cy="2734064"/>
              <a:chOff x="1730692" y="2711954"/>
              <a:chExt cx="6743700" cy="2089152"/>
            </a:xfrm>
          </p:grpSpPr>
          <p:sp>
            <p:nvSpPr>
              <p:cNvPr id="85" name="Rectangle 42"/>
              <p:cNvSpPr>
                <a:spLocks noChangeArrowheads="1"/>
              </p:cNvSpPr>
              <p:nvPr/>
            </p:nvSpPr>
            <p:spPr bwMode="auto">
              <a:xfrm>
                <a:off x="1730692" y="3019927"/>
                <a:ext cx="6624637" cy="1368425"/>
              </a:xfrm>
              <a:prstGeom prst="rect">
                <a:avLst/>
              </a:prstGeom>
              <a:solidFill>
                <a:sysClr val="window" lastClr="FFFFFF">
                  <a:lumMod val="85000"/>
                  <a:alpha val="50000"/>
                </a:sysClr>
              </a:solidFill>
              <a:ln w="9525">
                <a:noFill/>
                <a:miter lim="800000"/>
                <a:headEnd/>
                <a:tailEnd/>
              </a:ln>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path path="circle">
                      <a:fillToRect r="100000" b="100000"/>
                    </a:path>
                    <a:tileRect l="-100000" t="-100000"/>
                  </a:gradFill>
                  <a:latin typeface="Calibri"/>
                </a:endParaRPr>
              </a:p>
            </p:txBody>
          </p:sp>
          <p:sp>
            <p:nvSpPr>
              <p:cNvPr id="86" name="Rectangle 40"/>
              <p:cNvSpPr>
                <a:spLocks noChangeArrowheads="1"/>
              </p:cNvSpPr>
              <p:nvPr/>
            </p:nvSpPr>
            <p:spPr bwMode="auto">
              <a:xfrm>
                <a:off x="1787842" y="3081839"/>
                <a:ext cx="6624637" cy="1368425"/>
              </a:xfrm>
              <a:prstGeom prst="rect">
                <a:avLst/>
              </a:prstGeom>
              <a:solidFill>
                <a:sysClr val="window" lastClr="FFFFFF">
                  <a:lumMod val="85000"/>
                  <a:alpha val="60000"/>
                </a:sysClr>
              </a:solidFill>
              <a:ln w="9525">
                <a:noFill/>
                <a:miter lim="800000"/>
                <a:headEnd/>
                <a:tailEnd/>
              </a:ln>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path path="circle">
                      <a:fillToRect r="100000" b="100000"/>
                    </a:path>
                    <a:tileRect l="-100000" t="-100000"/>
                  </a:gradFill>
                  <a:latin typeface="Calibri"/>
                </a:endParaRPr>
              </a:p>
            </p:txBody>
          </p:sp>
          <p:sp>
            <p:nvSpPr>
              <p:cNvPr id="87" name="Rectangle 41"/>
              <p:cNvSpPr>
                <a:spLocks noChangeArrowheads="1"/>
              </p:cNvSpPr>
              <p:nvPr/>
            </p:nvSpPr>
            <p:spPr bwMode="auto">
              <a:xfrm>
                <a:off x="1849754" y="3143752"/>
                <a:ext cx="6624638" cy="1368425"/>
              </a:xfrm>
              <a:prstGeom prst="rect">
                <a:avLst/>
              </a:prstGeom>
              <a:solidFill>
                <a:sysClr val="window" lastClr="FFFFFF">
                  <a:lumMod val="85000"/>
                  <a:alpha val="70000"/>
                </a:sysClr>
              </a:solidFill>
              <a:ln w="9525">
                <a:noFill/>
                <a:miter lim="800000"/>
                <a:headEnd/>
                <a:tailEnd/>
              </a:ln>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path path="circle">
                      <a:fillToRect r="100000" b="100000"/>
                    </a:path>
                    <a:tileRect l="-100000" t="-100000"/>
                  </a:gradFill>
                  <a:latin typeface="Calibri"/>
                </a:endParaRPr>
              </a:p>
            </p:txBody>
          </p:sp>
          <p:sp>
            <p:nvSpPr>
              <p:cNvPr id="88" name="AutoShape 3"/>
              <p:cNvSpPr>
                <a:spLocks noChangeArrowheads="1"/>
              </p:cNvSpPr>
              <p:nvPr/>
            </p:nvSpPr>
            <p:spPr bwMode="auto">
              <a:xfrm>
                <a:off x="6696392"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solidFill>
                    <a:srgbClr val="000000"/>
                  </a:solidFill>
                  <a:latin typeface="Calibri"/>
                </a:endParaRPr>
              </a:p>
            </p:txBody>
          </p:sp>
          <p:sp>
            <p:nvSpPr>
              <p:cNvPr id="89" name="AutoShape 4"/>
              <p:cNvSpPr>
                <a:spLocks noChangeArrowheads="1"/>
              </p:cNvSpPr>
              <p:nvPr/>
            </p:nvSpPr>
            <p:spPr bwMode="auto">
              <a:xfrm>
                <a:off x="5616892"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solidFill>
                    <a:srgbClr val="000000"/>
                  </a:solidFill>
                  <a:latin typeface="Calibri"/>
                </a:endParaRPr>
              </a:p>
            </p:txBody>
          </p:sp>
          <p:sp>
            <p:nvSpPr>
              <p:cNvPr id="90" name="AutoShape 5"/>
              <p:cNvSpPr>
                <a:spLocks noChangeArrowheads="1"/>
              </p:cNvSpPr>
              <p:nvPr/>
            </p:nvSpPr>
            <p:spPr bwMode="auto">
              <a:xfrm>
                <a:off x="4524692"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solidFill>
                    <a:srgbClr val="000000"/>
                  </a:solidFill>
                  <a:latin typeface="Calibri"/>
                </a:endParaRPr>
              </a:p>
            </p:txBody>
          </p:sp>
          <p:sp>
            <p:nvSpPr>
              <p:cNvPr id="91" name="AutoShape 6"/>
              <p:cNvSpPr>
                <a:spLocks noChangeArrowheads="1"/>
              </p:cNvSpPr>
              <p:nvPr/>
            </p:nvSpPr>
            <p:spPr bwMode="auto">
              <a:xfrm>
                <a:off x="3364229"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solidFill>
                    <a:srgbClr val="000000"/>
                  </a:solidFill>
                  <a:latin typeface="Calibri"/>
                </a:endParaRPr>
              </a:p>
            </p:txBody>
          </p:sp>
          <p:sp>
            <p:nvSpPr>
              <p:cNvPr id="92" name="Rectangle 7"/>
              <p:cNvSpPr>
                <a:spLocks noChangeArrowheads="1"/>
              </p:cNvSpPr>
              <p:nvPr/>
            </p:nvSpPr>
            <p:spPr bwMode="auto">
              <a:xfrm>
                <a:off x="1903729" y="3272339"/>
                <a:ext cx="1441450"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b="1" kern="0" dirty="0">
                    <a:solidFill>
                      <a:prstClr val="white"/>
                    </a:solidFill>
                    <a:latin typeface="Calibri"/>
                  </a:rPr>
                  <a:t>Assigned </a:t>
                </a:r>
                <a:br>
                  <a:rPr lang="en-US" sz="1000" b="1" kern="0" dirty="0">
                    <a:solidFill>
                      <a:prstClr val="white"/>
                    </a:solidFill>
                    <a:latin typeface="Calibri"/>
                  </a:rPr>
                </a:br>
                <a:r>
                  <a:rPr lang="en-US" sz="1000" b="1" kern="0" dirty="0">
                    <a:solidFill>
                      <a:prstClr val="white"/>
                    </a:solidFill>
                    <a:latin typeface="Calibri"/>
                  </a:rPr>
                  <a:t>Task</a:t>
                </a:r>
              </a:p>
            </p:txBody>
          </p:sp>
          <p:sp>
            <p:nvSpPr>
              <p:cNvPr id="93" name="Rectangle 8"/>
              <p:cNvSpPr>
                <a:spLocks noChangeArrowheads="1"/>
              </p:cNvSpPr>
              <p:nvPr/>
            </p:nvSpPr>
            <p:spPr bwMode="auto">
              <a:xfrm>
                <a:off x="3732529" y="3272339"/>
                <a:ext cx="792163"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1000" b="1" kern="0" dirty="0">
                    <a:solidFill>
                      <a:prstClr val="white"/>
                    </a:solidFill>
                    <a:latin typeface="Calibri"/>
                  </a:rPr>
                  <a:t>Design</a:t>
                </a:r>
              </a:p>
            </p:txBody>
          </p:sp>
          <p:sp>
            <p:nvSpPr>
              <p:cNvPr id="94" name="Rectangle 9"/>
              <p:cNvSpPr>
                <a:spLocks noChangeArrowheads="1"/>
              </p:cNvSpPr>
              <p:nvPr/>
            </p:nvSpPr>
            <p:spPr bwMode="auto">
              <a:xfrm>
                <a:off x="4896167" y="3272339"/>
                <a:ext cx="720725"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b="1" kern="0" dirty="0">
                    <a:solidFill>
                      <a:prstClr val="white"/>
                    </a:solidFill>
                    <a:latin typeface="Calibri"/>
                  </a:rPr>
                  <a:t>Coding</a:t>
                </a:r>
                <a:endParaRPr lang="en-US" sz="1000" kern="0" dirty="0">
                  <a:solidFill>
                    <a:prstClr val="white"/>
                  </a:solidFill>
                  <a:latin typeface="Calibri"/>
                </a:endParaRPr>
              </a:p>
            </p:txBody>
          </p:sp>
          <p:sp>
            <p:nvSpPr>
              <p:cNvPr id="95" name="Rectangle 10"/>
              <p:cNvSpPr>
                <a:spLocks noChangeArrowheads="1"/>
              </p:cNvSpPr>
              <p:nvPr/>
            </p:nvSpPr>
            <p:spPr bwMode="auto">
              <a:xfrm>
                <a:off x="5977254" y="3272339"/>
                <a:ext cx="784225"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b="1" kern="0" dirty="0">
                    <a:solidFill>
                      <a:prstClr val="white"/>
                    </a:solidFill>
                    <a:latin typeface="Calibri"/>
                  </a:rPr>
                  <a:t>Testing</a:t>
                </a:r>
                <a:endParaRPr lang="en-US" sz="1000" kern="0" dirty="0">
                  <a:solidFill>
                    <a:prstClr val="white"/>
                  </a:solidFill>
                  <a:latin typeface="Calibri"/>
                </a:endParaRPr>
              </a:p>
            </p:txBody>
          </p:sp>
          <p:sp>
            <p:nvSpPr>
              <p:cNvPr id="96" name="Rectangle 11"/>
              <p:cNvSpPr>
                <a:spLocks noChangeArrowheads="1"/>
              </p:cNvSpPr>
              <p:nvPr/>
            </p:nvSpPr>
            <p:spPr bwMode="auto">
              <a:xfrm>
                <a:off x="7056754" y="3272339"/>
                <a:ext cx="1223963"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b="1" kern="0" dirty="0">
                    <a:solidFill>
                      <a:prstClr val="white"/>
                    </a:solidFill>
                    <a:latin typeface="Calibri"/>
                  </a:rPr>
                  <a:t>Resolved</a:t>
                </a:r>
                <a:br>
                  <a:rPr lang="en-US" sz="1000" b="1" kern="0" dirty="0">
                    <a:solidFill>
                      <a:prstClr val="white"/>
                    </a:solidFill>
                    <a:latin typeface="Calibri"/>
                  </a:rPr>
                </a:br>
                <a:r>
                  <a:rPr lang="en-US" sz="1000" b="1" kern="0" dirty="0">
                    <a:solidFill>
                      <a:prstClr val="white"/>
                    </a:solidFill>
                    <a:latin typeface="Calibri"/>
                  </a:rPr>
                  <a:t>Task</a:t>
                </a:r>
              </a:p>
            </p:txBody>
          </p:sp>
          <p:sp>
            <p:nvSpPr>
              <p:cNvPr id="97" name="Text Box 13"/>
              <p:cNvSpPr txBox="1">
                <a:spLocks noChangeArrowheads="1"/>
              </p:cNvSpPr>
              <p:nvPr/>
            </p:nvSpPr>
            <p:spPr bwMode="auto">
              <a:xfrm>
                <a:off x="4288155" y="3437438"/>
                <a:ext cx="305078" cy="385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solidFill>
                    <a:srgbClr val="000000"/>
                  </a:solidFill>
                  <a:latin typeface="Times New Roman" pitchFamily="18" charset="0"/>
                </a:endParaRPr>
              </a:p>
            </p:txBody>
          </p:sp>
          <p:sp>
            <p:nvSpPr>
              <p:cNvPr id="98" name="AutoShape 37"/>
              <p:cNvSpPr>
                <a:spLocks noChangeArrowheads="1"/>
              </p:cNvSpPr>
              <p:nvPr/>
            </p:nvSpPr>
            <p:spPr bwMode="auto">
              <a:xfrm>
                <a:off x="7426642" y="4280402"/>
                <a:ext cx="485775" cy="358775"/>
              </a:xfrm>
              <a:prstGeom prst="downArrow">
                <a:avLst>
                  <a:gd name="adj1" fmla="val 50000"/>
                  <a:gd name="adj2" fmla="val 25000"/>
                </a:avLst>
              </a:prstGeom>
              <a:solidFill>
                <a:srgbClr val="FFFFFF"/>
              </a:solidFill>
              <a:ln w="12700">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solidFill>
                    <a:srgbClr val="000000"/>
                  </a:solidFill>
                  <a:latin typeface="Calibri"/>
                </a:endParaRPr>
              </a:p>
            </p:txBody>
          </p:sp>
          <p:sp>
            <p:nvSpPr>
              <p:cNvPr id="99" name="AutoShape 33"/>
              <p:cNvSpPr>
                <a:spLocks noChangeArrowheads="1"/>
              </p:cNvSpPr>
              <p:nvPr/>
            </p:nvSpPr>
            <p:spPr bwMode="auto">
              <a:xfrm>
                <a:off x="2375217" y="2877052"/>
                <a:ext cx="485775" cy="358775"/>
              </a:xfrm>
              <a:prstGeom prst="downArrow">
                <a:avLst>
                  <a:gd name="adj1" fmla="val 50000"/>
                  <a:gd name="adj2" fmla="val 25000"/>
                </a:avLst>
              </a:prstGeom>
              <a:solidFill>
                <a:srgbClr val="FFFFFF"/>
              </a:solidFill>
              <a:ln w="12700">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000" kern="0">
                  <a:solidFill>
                    <a:srgbClr val="000000"/>
                  </a:solidFill>
                  <a:latin typeface="Calibri"/>
                </a:endParaRPr>
              </a:p>
            </p:txBody>
          </p:sp>
          <p:grpSp>
            <p:nvGrpSpPr>
              <p:cNvPr id="100" name="Diagram 2"/>
              <p:cNvGrpSpPr>
                <a:grpSpLocks/>
              </p:cNvGrpSpPr>
              <p:nvPr/>
            </p:nvGrpSpPr>
            <p:grpSpPr bwMode="auto">
              <a:xfrm>
                <a:off x="4688210" y="2711954"/>
                <a:ext cx="2319340" cy="2089152"/>
                <a:chOff x="2613" y="2011"/>
                <a:chExt cx="1461" cy="1316"/>
              </a:xfrm>
            </p:grpSpPr>
            <p:sp>
              <p:nvSpPr>
                <p:cNvPr id="101" name="_s3076"/>
                <p:cNvSpPr>
                  <a:spLocks noChangeArrowheads="1" noTextEdit="1"/>
                </p:cNvSpPr>
                <p:nvPr/>
              </p:nvSpPr>
              <p:spPr bwMode="auto">
                <a:xfrm>
                  <a:off x="3001" y="2011"/>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9966FF"/>
                </a:solidFill>
                <a:ln w="28575">
                  <a:solidFill>
                    <a:srgbClr val="5F0FFF"/>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sz="1000" kern="0">
                    <a:solidFill>
                      <a:srgbClr val="000000"/>
                    </a:solidFill>
                    <a:latin typeface="Calibri"/>
                  </a:endParaRPr>
                </a:p>
              </p:txBody>
            </p:sp>
            <p:sp>
              <p:nvSpPr>
                <p:cNvPr id="102" name="_s3077"/>
                <p:cNvSpPr>
                  <a:spLocks noChangeArrowheads="1" noTextEdit="1"/>
                </p:cNvSpPr>
                <p:nvPr/>
              </p:nvSpPr>
              <p:spPr bwMode="auto">
                <a:xfrm rot="3600000">
                  <a:off x="3274" y="2170"/>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F1FD09"/>
                </a:solidFill>
                <a:ln w="28575">
                  <a:solidFill>
                    <a:srgbClr val="CAD402"/>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sz="1000" kern="0">
                    <a:solidFill>
                      <a:srgbClr val="000000"/>
                    </a:solidFill>
                    <a:latin typeface="Calibri"/>
                  </a:endParaRPr>
                </a:p>
              </p:txBody>
            </p:sp>
            <p:sp>
              <p:nvSpPr>
                <p:cNvPr id="103" name="_s3078"/>
                <p:cNvSpPr>
                  <a:spLocks noChangeArrowheads="1" noTextEdit="1"/>
                </p:cNvSpPr>
                <p:nvPr/>
              </p:nvSpPr>
              <p:spPr bwMode="auto">
                <a:xfrm rot="7200000">
                  <a:off x="3274" y="2485"/>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0399FF"/>
                </a:solidFill>
                <a:ln w="28575">
                  <a:solidFill>
                    <a:srgbClr val="4B595B"/>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sz="1000" kern="0">
                    <a:solidFill>
                      <a:srgbClr val="000000"/>
                    </a:solidFill>
                    <a:latin typeface="Calibri"/>
                  </a:endParaRPr>
                </a:p>
              </p:txBody>
            </p:sp>
            <p:sp>
              <p:nvSpPr>
                <p:cNvPr id="104" name="_s3079"/>
                <p:cNvSpPr>
                  <a:spLocks noChangeArrowheads="1" noTextEdit="1"/>
                </p:cNvSpPr>
                <p:nvPr/>
              </p:nvSpPr>
              <p:spPr bwMode="auto">
                <a:xfrm rot="10800000">
                  <a:off x="3001" y="2642"/>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FF00FF"/>
                </a:solidFill>
                <a:ln w="28575">
                  <a:solidFill>
                    <a:srgbClr val="CA00CA"/>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sz="1000" kern="0">
                    <a:solidFill>
                      <a:srgbClr val="000000"/>
                    </a:solidFill>
                    <a:latin typeface="Calibri"/>
                  </a:endParaRPr>
                </a:p>
              </p:txBody>
            </p:sp>
            <p:sp>
              <p:nvSpPr>
                <p:cNvPr id="105" name="_s3080"/>
                <p:cNvSpPr>
                  <a:spLocks noChangeArrowheads="1" noTextEdit="1"/>
                </p:cNvSpPr>
                <p:nvPr/>
              </p:nvSpPr>
              <p:spPr bwMode="auto">
                <a:xfrm rot="14400000">
                  <a:off x="2728" y="2485"/>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01BD0A"/>
                </a:solidFill>
                <a:ln w="28575">
                  <a:solidFill>
                    <a:srgbClr val="019308"/>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sz="1000" kern="0">
                    <a:solidFill>
                      <a:srgbClr val="000000"/>
                    </a:solidFill>
                    <a:latin typeface="Calibri"/>
                  </a:endParaRPr>
                </a:p>
              </p:txBody>
            </p:sp>
            <p:sp>
              <p:nvSpPr>
                <p:cNvPr id="106" name="_s3081"/>
                <p:cNvSpPr>
                  <a:spLocks noChangeArrowheads="1" noTextEdit="1"/>
                </p:cNvSpPr>
                <p:nvPr/>
              </p:nvSpPr>
              <p:spPr bwMode="auto">
                <a:xfrm rot="18000000">
                  <a:off x="2728" y="2170"/>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FF0000"/>
                </a:solidFill>
                <a:ln w="28575">
                  <a:solidFill>
                    <a:srgbClr val="BE0000"/>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sz="1000" kern="0">
                    <a:solidFill>
                      <a:srgbClr val="000000"/>
                    </a:solidFill>
                    <a:latin typeface="Calibri"/>
                  </a:endParaRPr>
                </a:p>
              </p:txBody>
            </p:sp>
            <p:sp>
              <p:nvSpPr>
                <p:cNvPr id="107" name="_s3082"/>
                <p:cNvSpPr>
                  <a:spLocks noChangeArrowheads="1"/>
                </p:cNvSpPr>
                <p:nvPr/>
              </p:nvSpPr>
              <p:spPr bwMode="auto">
                <a:xfrm>
                  <a:off x="3517" y="2019"/>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1000" kern="0">
                    <a:solidFill>
                      <a:srgbClr val="000000"/>
                    </a:solidFill>
                    <a:latin typeface="Times New Roman" pitchFamily="18" charset="0"/>
                  </a:endParaRPr>
                </a:p>
              </p:txBody>
            </p:sp>
            <p:sp>
              <p:nvSpPr>
                <p:cNvPr id="108" name="_s3083"/>
                <p:cNvSpPr>
                  <a:spLocks noChangeArrowheads="1"/>
                </p:cNvSpPr>
                <p:nvPr/>
              </p:nvSpPr>
              <p:spPr bwMode="auto">
                <a:xfrm>
                  <a:off x="3819" y="2541"/>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1000" kern="0">
                    <a:solidFill>
                      <a:srgbClr val="000000"/>
                    </a:solidFill>
                    <a:latin typeface="Times New Roman" pitchFamily="18" charset="0"/>
                  </a:endParaRPr>
                </a:p>
              </p:txBody>
            </p:sp>
            <p:sp>
              <p:nvSpPr>
                <p:cNvPr id="109" name="_s3084"/>
                <p:cNvSpPr>
                  <a:spLocks noChangeArrowheads="1"/>
                </p:cNvSpPr>
                <p:nvPr/>
              </p:nvSpPr>
              <p:spPr bwMode="auto">
                <a:xfrm>
                  <a:off x="3518" y="3063"/>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1000" kern="0">
                    <a:solidFill>
                      <a:srgbClr val="000000"/>
                    </a:solidFill>
                    <a:latin typeface="Times New Roman" pitchFamily="18" charset="0"/>
                  </a:endParaRPr>
                </a:p>
              </p:txBody>
            </p:sp>
            <p:sp>
              <p:nvSpPr>
                <p:cNvPr id="110" name="_s3085"/>
                <p:cNvSpPr>
                  <a:spLocks noChangeArrowheads="1"/>
                </p:cNvSpPr>
                <p:nvPr/>
              </p:nvSpPr>
              <p:spPr bwMode="auto">
                <a:xfrm>
                  <a:off x="2915" y="3064"/>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1000" kern="0">
                    <a:solidFill>
                      <a:srgbClr val="000000"/>
                    </a:solidFill>
                    <a:latin typeface="Times New Roman" pitchFamily="18" charset="0"/>
                  </a:endParaRPr>
                </a:p>
              </p:txBody>
            </p:sp>
            <p:sp>
              <p:nvSpPr>
                <p:cNvPr id="111" name="_s3086"/>
                <p:cNvSpPr>
                  <a:spLocks noChangeArrowheads="1"/>
                </p:cNvSpPr>
                <p:nvPr/>
              </p:nvSpPr>
              <p:spPr bwMode="auto">
                <a:xfrm>
                  <a:off x="2613" y="2542"/>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1000" kern="0">
                    <a:solidFill>
                      <a:srgbClr val="000000"/>
                    </a:solidFill>
                    <a:latin typeface="Times New Roman" pitchFamily="18" charset="0"/>
                  </a:endParaRPr>
                </a:p>
              </p:txBody>
            </p:sp>
            <p:sp>
              <p:nvSpPr>
                <p:cNvPr id="112" name="_s3087"/>
                <p:cNvSpPr>
                  <a:spLocks noChangeArrowheads="1"/>
                </p:cNvSpPr>
                <p:nvPr/>
              </p:nvSpPr>
              <p:spPr bwMode="auto">
                <a:xfrm>
                  <a:off x="2914" y="2019"/>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1000" kern="0">
                    <a:solidFill>
                      <a:srgbClr val="000000"/>
                    </a:solidFill>
                    <a:latin typeface="Times New Roman" pitchFamily="18" charset="0"/>
                  </a:endParaRPr>
                </a:p>
              </p:txBody>
            </p:sp>
          </p:grpSp>
        </p:grpSp>
        <p:sp>
          <p:nvSpPr>
            <p:cNvPr id="84" name="Rectangle 36"/>
            <p:cNvSpPr>
              <a:spLocks noChangeArrowheads="1"/>
            </p:cNvSpPr>
            <p:nvPr/>
          </p:nvSpPr>
          <p:spPr bwMode="auto">
            <a:xfrm>
              <a:off x="2106619" y="1802662"/>
              <a:ext cx="1532773" cy="900112"/>
            </a:xfrm>
            <a:prstGeom prst="rect">
              <a:avLst/>
            </a:prstGeom>
            <a:solidFill>
              <a:srgbClr val="9BBB59"/>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b="1" kern="0" dirty="0">
                  <a:solidFill>
                    <a:prstClr val="white"/>
                  </a:solidFill>
                  <a:latin typeface="Calibri"/>
                </a:rPr>
                <a:t>Iteration </a:t>
              </a:r>
              <a:br>
                <a:rPr lang="en-US" sz="1000" b="1" kern="0" dirty="0">
                  <a:solidFill>
                    <a:prstClr val="white"/>
                  </a:solidFill>
                  <a:latin typeface="Calibri"/>
                </a:rPr>
              </a:br>
              <a:r>
                <a:rPr lang="en-US" sz="1000" b="1" kern="0" dirty="0">
                  <a:solidFill>
                    <a:prstClr val="white"/>
                  </a:solidFill>
                  <a:latin typeface="Calibri"/>
                </a:rPr>
                <a:t>planning</a:t>
              </a:r>
            </a:p>
          </p:txBody>
        </p:sp>
      </p:grpSp>
    </p:spTree>
    <p:extLst>
      <p:ext uri="{BB962C8B-B14F-4D97-AF65-F5344CB8AC3E}">
        <p14:creationId xmlns:p14="http://schemas.microsoft.com/office/powerpoint/2010/main" val="125512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Envisioned Change Process</a:t>
            </a:r>
          </a:p>
        </p:txBody>
      </p:sp>
      <p:grpSp>
        <p:nvGrpSpPr>
          <p:cNvPr id="4" name="Gruppieren 3"/>
          <p:cNvGrpSpPr/>
          <p:nvPr/>
        </p:nvGrpSpPr>
        <p:grpSpPr>
          <a:xfrm>
            <a:off x="467544" y="1349381"/>
            <a:ext cx="8064896" cy="3215416"/>
            <a:chOff x="1751514" y="1802662"/>
            <a:chExt cx="8522537" cy="4133764"/>
          </a:xfrm>
        </p:grpSpPr>
        <p:sp>
          <p:nvSpPr>
            <p:cNvPr id="5" name="Rectangle 36"/>
            <p:cNvSpPr>
              <a:spLocks noChangeArrowheads="1"/>
            </p:cNvSpPr>
            <p:nvPr/>
          </p:nvSpPr>
          <p:spPr bwMode="auto">
            <a:xfrm>
              <a:off x="8496516" y="5036314"/>
              <a:ext cx="1532773" cy="900112"/>
            </a:xfrm>
            <a:prstGeom prst="rect">
              <a:avLst/>
            </a:prstGeom>
            <a:solidFill>
              <a:srgbClr val="9BBB59"/>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Iteration</a:t>
              </a:r>
              <a:br>
                <a:rPr lang="en-US" sz="2000" b="1" kern="0" dirty="0">
                  <a:solidFill>
                    <a:prstClr val="white"/>
                  </a:solidFill>
                  <a:latin typeface="Calibri"/>
                </a:rPr>
              </a:br>
              <a:r>
                <a:rPr lang="en-US" sz="2000" b="1" kern="0" dirty="0">
                  <a:solidFill>
                    <a:prstClr val="white"/>
                  </a:solidFill>
                  <a:latin typeface="Calibri"/>
                </a:rPr>
                <a:t> closing</a:t>
              </a:r>
            </a:p>
          </p:txBody>
        </p:sp>
        <p:grpSp>
          <p:nvGrpSpPr>
            <p:cNvPr id="6" name="Gruppieren 5"/>
            <p:cNvGrpSpPr/>
            <p:nvPr/>
          </p:nvGrpSpPr>
          <p:grpSpPr>
            <a:xfrm>
              <a:off x="1751514" y="2495930"/>
              <a:ext cx="8522537" cy="2734064"/>
              <a:chOff x="1730692" y="2711954"/>
              <a:chExt cx="6743700" cy="2089152"/>
            </a:xfrm>
          </p:grpSpPr>
          <p:sp>
            <p:nvSpPr>
              <p:cNvPr id="10" name="Rectangle 42"/>
              <p:cNvSpPr>
                <a:spLocks noChangeArrowheads="1"/>
              </p:cNvSpPr>
              <p:nvPr/>
            </p:nvSpPr>
            <p:spPr bwMode="auto">
              <a:xfrm>
                <a:off x="1730692" y="3019927"/>
                <a:ext cx="6624637" cy="1368425"/>
              </a:xfrm>
              <a:prstGeom prst="rect">
                <a:avLst/>
              </a:prstGeom>
              <a:solidFill>
                <a:sysClr val="window" lastClr="FFFFFF">
                  <a:lumMod val="85000"/>
                  <a:alpha val="50000"/>
                </a:sysClr>
              </a:solidFill>
              <a:ln w="9525">
                <a:noFill/>
                <a:miter lim="800000"/>
                <a:headEnd/>
                <a:tailEnd/>
              </a:ln>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path path="circle">
                      <a:fillToRect r="100000" b="100000"/>
                    </a:path>
                    <a:tileRect l="-100000" t="-100000"/>
                  </a:gradFill>
                  <a:latin typeface="Calibri"/>
                </a:endParaRPr>
              </a:p>
            </p:txBody>
          </p:sp>
          <p:sp>
            <p:nvSpPr>
              <p:cNvPr id="11" name="Rectangle 40"/>
              <p:cNvSpPr>
                <a:spLocks noChangeArrowheads="1"/>
              </p:cNvSpPr>
              <p:nvPr/>
            </p:nvSpPr>
            <p:spPr bwMode="auto">
              <a:xfrm>
                <a:off x="1787842" y="3081839"/>
                <a:ext cx="6624637" cy="1368425"/>
              </a:xfrm>
              <a:prstGeom prst="rect">
                <a:avLst/>
              </a:prstGeom>
              <a:solidFill>
                <a:sysClr val="window" lastClr="FFFFFF">
                  <a:lumMod val="85000"/>
                  <a:alpha val="60000"/>
                </a:sysClr>
              </a:solidFill>
              <a:ln w="9525">
                <a:noFill/>
                <a:miter lim="800000"/>
                <a:headEnd/>
                <a:tailEnd/>
              </a:ln>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path path="circle">
                      <a:fillToRect r="100000" b="100000"/>
                    </a:path>
                    <a:tileRect l="-100000" t="-100000"/>
                  </a:gradFill>
                  <a:latin typeface="Calibri"/>
                </a:endParaRPr>
              </a:p>
            </p:txBody>
          </p:sp>
          <p:sp>
            <p:nvSpPr>
              <p:cNvPr id="12" name="Rectangle 41"/>
              <p:cNvSpPr>
                <a:spLocks noChangeArrowheads="1"/>
              </p:cNvSpPr>
              <p:nvPr/>
            </p:nvSpPr>
            <p:spPr bwMode="auto">
              <a:xfrm>
                <a:off x="1849754" y="3143752"/>
                <a:ext cx="6624638" cy="1368425"/>
              </a:xfrm>
              <a:prstGeom prst="rect">
                <a:avLst/>
              </a:prstGeom>
              <a:solidFill>
                <a:sysClr val="window" lastClr="FFFFFF">
                  <a:lumMod val="85000"/>
                  <a:alpha val="70000"/>
                </a:sysClr>
              </a:solidFill>
              <a:ln w="9525">
                <a:noFill/>
                <a:miter lim="800000"/>
                <a:headEnd/>
                <a:tailEnd/>
              </a:ln>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path path="circle">
                      <a:fillToRect r="100000" b="100000"/>
                    </a:path>
                    <a:tileRect l="-100000" t="-100000"/>
                  </a:gradFill>
                  <a:latin typeface="Calibri"/>
                </a:endParaRPr>
              </a:p>
            </p:txBody>
          </p:sp>
          <p:sp>
            <p:nvSpPr>
              <p:cNvPr id="13" name="AutoShape 3"/>
              <p:cNvSpPr>
                <a:spLocks noChangeArrowheads="1"/>
              </p:cNvSpPr>
              <p:nvPr/>
            </p:nvSpPr>
            <p:spPr bwMode="auto">
              <a:xfrm>
                <a:off x="6696392"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14" name="AutoShape 4"/>
              <p:cNvSpPr>
                <a:spLocks noChangeArrowheads="1"/>
              </p:cNvSpPr>
              <p:nvPr/>
            </p:nvSpPr>
            <p:spPr bwMode="auto">
              <a:xfrm>
                <a:off x="5616892"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15" name="AutoShape 5"/>
              <p:cNvSpPr>
                <a:spLocks noChangeArrowheads="1"/>
              </p:cNvSpPr>
              <p:nvPr/>
            </p:nvSpPr>
            <p:spPr bwMode="auto">
              <a:xfrm>
                <a:off x="4524692"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16" name="AutoShape 6"/>
              <p:cNvSpPr>
                <a:spLocks noChangeArrowheads="1"/>
              </p:cNvSpPr>
              <p:nvPr/>
            </p:nvSpPr>
            <p:spPr bwMode="auto">
              <a:xfrm>
                <a:off x="3364229"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17" name="Rectangle 7"/>
              <p:cNvSpPr>
                <a:spLocks noChangeArrowheads="1"/>
              </p:cNvSpPr>
              <p:nvPr/>
            </p:nvSpPr>
            <p:spPr bwMode="auto">
              <a:xfrm>
                <a:off x="1903729" y="3272339"/>
                <a:ext cx="1441450"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Assigned </a:t>
                </a:r>
                <a:br>
                  <a:rPr lang="en-US" sz="2000" b="1" kern="0" dirty="0">
                    <a:solidFill>
                      <a:prstClr val="white"/>
                    </a:solidFill>
                    <a:latin typeface="Calibri"/>
                  </a:rPr>
                </a:br>
                <a:r>
                  <a:rPr lang="en-US" sz="2000" b="1" kern="0" dirty="0">
                    <a:solidFill>
                      <a:prstClr val="white"/>
                    </a:solidFill>
                    <a:latin typeface="Calibri"/>
                  </a:rPr>
                  <a:t>Task</a:t>
                </a:r>
              </a:p>
            </p:txBody>
          </p:sp>
          <p:sp>
            <p:nvSpPr>
              <p:cNvPr id="18" name="Rectangle 8"/>
              <p:cNvSpPr>
                <a:spLocks noChangeArrowheads="1"/>
              </p:cNvSpPr>
              <p:nvPr/>
            </p:nvSpPr>
            <p:spPr bwMode="auto">
              <a:xfrm>
                <a:off x="3732529" y="3272339"/>
                <a:ext cx="792163"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2000" b="1" kern="0" dirty="0">
                    <a:solidFill>
                      <a:prstClr val="white"/>
                    </a:solidFill>
                    <a:latin typeface="Calibri"/>
                  </a:rPr>
                  <a:t>Design</a:t>
                </a:r>
              </a:p>
            </p:txBody>
          </p:sp>
          <p:sp>
            <p:nvSpPr>
              <p:cNvPr id="19" name="Rectangle 9"/>
              <p:cNvSpPr>
                <a:spLocks noChangeArrowheads="1"/>
              </p:cNvSpPr>
              <p:nvPr/>
            </p:nvSpPr>
            <p:spPr bwMode="auto">
              <a:xfrm>
                <a:off x="4896167" y="3272339"/>
                <a:ext cx="720725"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Coding</a:t>
                </a:r>
                <a:endParaRPr lang="en-US" sz="2000" kern="0" dirty="0">
                  <a:solidFill>
                    <a:prstClr val="white"/>
                  </a:solidFill>
                  <a:latin typeface="Calibri"/>
                </a:endParaRPr>
              </a:p>
            </p:txBody>
          </p:sp>
          <p:sp>
            <p:nvSpPr>
              <p:cNvPr id="20" name="Rectangle 10"/>
              <p:cNvSpPr>
                <a:spLocks noChangeArrowheads="1"/>
              </p:cNvSpPr>
              <p:nvPr/>
            </p:nvSpPr>
            <p:spPr bwMode="auto">
              <a:xfrm>
                <a:off x="5977254" y="3272339"/>
                <a:ext cx="784225"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Testing</a:t>
                </a:r>
                <a:endParaRPr lang="en-US" sz="2000" kern="0" dirty="0">
                  <a:solidFill>
                    <a:prstClr val="white"/>
                  </a:solidFill>
                  <a:latin typeface="Calibri"/>
                </a:endParaRPr>
              </a:p>
            </p:txBody>
          </p:sp>
          <p:sp>
            <p:nvSpPr>
              <p:cNvPr id="21" name="Rectangle 11"/>
              <p:cNvSpPr>
                <a:spLocks noChangeArrowheads="1"/>
              </p:cNvSpPr>
              <p:nvPr/>
            </p:nvSpPr>
            <p:spPr bwMode="auto">
              <a:xfrm>
                <a:off x="7056754" y="3272339"/>
                <a:ext cx="1223963"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Resolved</a:t>
                </a:r>
                <a:br>
                  <a:rPr lang="en-US" sz="2000" b="1" kern="0" dirty="0">
                    <a:solidFill>
                      <a:prstClr val="white"/>
                    </a:solidFill>
                    <a:latin typeface="Calibri"/>
                  </a:rPr>
                </a:br>
                <a:r>
                  <a:rPr lang="en-US" sz="2000" b="1" kern="0" dirty="0">
                    <a:solidFill>
                      <a:prstClr val="white"/>
                    </a:solidFill>
                    <a:latin typeface="Calibri"/>
                  </a:rPr>
                  <a:t>Task</a:t>
                </a:r>
              </a:p>
            </p:txBody>
          </p:sp>
          <p:sp>
            <p:nvSpPr>
              <p:cNvPr id="22" name="Text Box 13"/>
              <p:cNvSpPr txBox="1">
                <a:spLocks noChangeArrowheads="1"/>
              </p:cNvSpPr>
              <p:nvPr/>
            </p:nvSpPr>
            <p:spPr bwMode="auto">
              <a:xfrm>
                <a:off x="4288154" y="3437439"/>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kern="0">
                  <a:solidFill>
                    <a:srgbClr val="000000"/>
                  </a:solidFill>
                  <a:latin typeface="Times New Roman" pitchFamily="18" charset="0"/>
                </a:endParaRPr>
              </a:p>
            </p:txBody>
          </p:sp>
          <p:sp>
            <p:nvSpPr>
              <p:cNvPr id="23" name="AutoShape 37"/>
              <p:cNvSpPr>
                <a:spLocks noChangeArrowheads="1"/>
              </p:cNvSpPr>
              <p:nvPr/>
            </p:nvSpPr>
            <p:spPr bwMode="auto">
              <a:xfrm>
                <a:off x="7426642" y="4280402"/>
                <a:ext cx="485775" cy="358775"/>
              </a:xfrm>
              <a:prstGeom prst="downArrow">
                <a:avLst>
                  <a:gd name="adj1" fmla="val 50000"/>
                  <a:gd name="adj2" fmla="val 25000"/>
                </a:avLst>
              </a:prstGeom>
              <a:solidFill>
                <a:srgbClr val="FFFFFF"/>
              </a:solidFill>
              <a:ln w="12700">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24" name="AutoShape 33"/>
              <p:cNvSpPr>
                <a:spLocks noChangeArrowheads="1"/>
              </p:cNvSpPr>
              <p:nvPr/>
            </p:nvSpPr>
            <p:spPr bwMode="auto">
              <a:xfrm>
                <a:off x="2375217" y="2877052"/>
                <a:ext cx="485775" cy="358775"/>
              </a:xfrm>
              <a:prstGeom prst="downArrow">
                <a:avLst>
                  <a:gd name="adj1" fmla="val 50000"/>
                  <a:gd name="adj2" fmla="val 25000"/>
                </a:avLst>
              </a:prstGeom>
              <a:solidFill>
                <a:srgbClr val="FFFFFF"/>
              </a:solidFill>
              <a:ln w="12700">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grpSp>
            <p:nvGrpSpPr>
              <p:cNvPr id="25" name="Diagram 2"/>
              <p:cNvGrpSpPr>
                <a:grpSpLocks/>
              </p:cNvGrpSpPr>
              <p:nvPr/>
            </p:nvGrpSpPr>
            <p:grpSpPr bwMode="auto">
              <a:xfrm>
                <a:off x="4688210" y="2711954"/>
                <a:ext cx="2319340" cy="2089152"/>
                <a:chOff x="2613" y="2011"/>
                <a:chExt cx="1461" cy="1316"/>
              </a:xfrm>
            </p:grpSpPr>
            <p:sp>
              <p:nvSpPr>
                <p:cNvPr id="26" name="_s3076"/>
                <p:cNvSpPr>
                  <a:spLocks noChangeArrowheads="1" noTextEdit="1"/>
                </p:cNvSpPr>
                <p:nvPr/>
              </p:nvSpPr>
              <p:spPr bwMode="auto">
                <a:xfrm>
                  <a:off x="3001" y="2011"/>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9966FF"/>
                </a:solidFill>
                <a:ln w="28575">
                  <a:solidFill>
                    <a:srgbClr val="5F0FFF"/>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27" name="_s3077"/>
                <p:cNvSpPr>
                  <a:spLocks noChangeArrowheads="1" noTextEdit="1"/>
                </p:cNvSpPr>
                <p:nvPr/>
              </p:nvSpPr>
              <p:spPr bwMode="auto">
                <a:xfrm rot="3600000">
                  <a:off x="3274" y="2170"/>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F1FD09"/>
                </a:solidFill>
                <a:ln w="28575">
                  <a:solidFill>
                    <a:srgbClr val="CAD402"/>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28" name="_s3078"/>
                <p:cNvSpPr>
                  <a:spLocks noChangeArrowheads="1" noTextEdit="1"/>
                </p:cNvSpPr>
                <p:nvPr/>
              </p:nvSpPr>
              <p:spPr bwMode="auto">
                <a:xfrm rot="7200000">
                  <a:off x="3274" y="2485"/>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0399FF"/>
                </a:solidFill>
                <a:ln w="28575">
                  <a:solidFill>
                    <a:srgbClr val="4B595B"/>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29" name="_s3079"/>
                <p:cNvSpPr>
                  <a:spLocks noChangeArrowheads="1" noTextEdit="1"/>
                </p:cNvSpPr>
                <p:nvPr/>
              </p:nvSpPr>
              <p:spPr bwMode="auto">
                <a:xfrm rot="10800000">
                  <a:off x="3001" y="2642"/>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FF00FF"/>
                </a:solidFill>
                <a:ln w="28575">
                  <a:solidFill>
                    <a:srgbClr val="CA00CA"/>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30" name="_s3080"/>
                <p:cNvSpPr>
                  <a:spLocks noChangeArrowheads="1" noTextEdit="1"/>
                </p:cNvSpPr>
                <p:nvPr/>
              </p:nvSpPr>
              <p:spPr bwMode="auto">
                <a:xfrm rot="14400000">
                  <a:off x="2728" y="2485"/>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01BD0A"/>
                </a:solidFill>
                <a:ln w="28575">
                  <a:solidFill>
                    <a:srgbClr val="019308"/>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31" name="_s3081"/>
                <p:cNvSpPr>
                  <a:spLocks noChangeArrowheads="1" noTextEdit="1"/>
                </p:cNvSpPr>
                <p:nvPr/>
              </p:nvSpPr>
              <p:spPr bwMode="auto">
                <a:xfrm rot="18000000">
                  <a:off x="2728" y="2170"/>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FF0000"/>
                </a:solidFill>
                <a:ln w="28575">
                  <a:solidFill>
                    <a:srgbClr val="BE0000"/>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32" name="_s3082"/>
                <p:cNvSpPr>
                  <a:spLocks noChangeArrowheads="1"/>
                </p:cNvSpPr>
                <p:nvPr/>
              </p:nvSpPr>
              <p:spPr bwMode="auto">
                <a:xfrm>
                  <a:off x="3517" y="2019"/>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3" name="_s3083"/>
                <p:cNvSpPr>
                  <a:spLocks noChangeArrowheads="1"/>
                </p:cNvSpPr>
                <p:nvPr/>
              </p:nvSpPr>
              <p:spPr bwMode="auto">
                <a:xfrm>
                  <a:off x="3819" y="2541"/>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4" name="_s3084"/>
                <p:cNvSpPr>
                  <a:spLocks noChangeArrowheads="1"/>
                </p:cNvSpPr>
                <p:nvPr/>
              </p:nvSpPr>
              <p:spPr bwMode="auto">
                <a:xfrm>
                  <a:off x="3518" y="3063"/>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5" name="_s3085"/>
                <p:cNvSpPr>
                  <a:spLocks noChangeArrowheads="1"/>
                </p:cNvSpPr>
                <p:nvPr/>
              </p:nvSpPr>
              <p:spPr bwMode="auto">
                <a:xfrm>
                  <a:off x="2915" y="3064"/>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6" name="_s3086"/>
                <p:cNvSpPr>
                  <a:spLocks noChangeArrowheads="1"/>
                </p:cNvSpPr>
                <p:nvPr/>
              </p:nvSpPr>
              <p:spPr bwMode="auto">
                <a:xfrm>
                  <a:off x="2613" y="2542"/>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7" name="_s3087"/>
                <p:cNvSpPr>
                  <a:spLocks noChangeArrowheads="1"/>
                </p:cNvSpPr>
                <p:nvPr/>
              </p:nvSpPr>
              <p:spPr bwMode="auto">
                <a:xfrm>
                  <a:off x="2914" y="2019"/>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grpSp>
        </p:grpSp>
        <p:sp>
          <p:nvSpPr>
            <p:cNvPr id="9" name="Rectangle 36"/>
            <p:cNvSpPr>
              <a:spLocks noChangeArrowheads="1"/>
            </p:cNvSpPr>
            <p:nvPr/>
          </p:nvSpPr>
          <p:spPr bwMode="auto">
            <a:xfrm>
              <a:off x="2106619" y="1802662"/>
              <a:ext cx="1532773" cy="900112"/>
            </a:xfrm>
            <a:prstGeom prst="rect">
              <a:avLst/>
            </a:prstGeom>
            <a:solidFill>
              <a:srgbClr val="9BBB59"/>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Iteration </a:t>
              </a:r>
              <a:br>
                <a:rPr lang="en-US" sz="2000" b="1" kern="0" dirty="0">
                  <a:solidFill>
                    <a:prstClr val="white"/>
                  </a:solidFill>
                  <a:latin typeface="Calibri"/>
                </a:rPr>
              </a:br>
              <a:r>
                <a:rPr lang="en-US" sz="2000" b="1" kern="0" dirty="0">
                  <a:solidFill>
                    <a:prstClr val="white"/>
                  </a:solidFill>
                  <a:latin typeface="Calibri"/>
                </a:rPr>
                <a:t>planning</a:t>
              </a:r>
            </a:p>
          </p:txBody>
        </p:sp>
      </p:grpSp>
      <p:grpSp>
        <p:nvGrpSpPr>
          <p:cNvPr id="38" name="Gruppieren 37"/>
          <p:cNvGrpSpPr/>
          <p:nvPr/>
        </p:nvGrpSpPr>
        <p:grpSpPr>
          <a:xfrm>
            <a:off x="2411760" y="2951161"/>
            <a:ext cx="2565126" cy="1973046"/>
            <a:chOff x="2555776" y="1896740"/>
            <a:chExt cx="2565126" cy="1973046"/>
          </a:xfrm>
          <a:solidFill>
            <a:sysClr val="window" lastClr="FFFFFF"/>
          </a:solidFill>
        </p:grpSpPr>
        <p:sp>
          <p:nvSpPr>
            <p:cNvPr id="39" name="Line 12"/>
            <p:cNvSpPr>
              <a:spLocks noChangeShapeType="1"/>
            </p:cNvSpPr>
            <p:nvPr/>
          </p:nvSpPr>
          <p:spPr bwMode="auto">
            <a:xfrm flipV="1">
              <a:off x="4139952" y="1896740"/>
              <a:ext cx="0" cy="882900"/>
            </a:xfrm>
            <a:prstGeom prst="line">
              <a:avLst/>
            </a:prstGeom>
            <a:grpFill/>
            <a:ln w="19050">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40" name="Text Box 15"/>
            <p:cNvSpPr txBox="1">
              <a:spLocks noChangeArrowheads="1"/>
            </p:cNvSpPr>
            <p:nvPr/>
          </p:nvSpPr>
          <p:spPr bwMode="auto">
            <a:xfrm>
              <a:off x="2555776" y="2669457"/>
              <a:ext cx="2565126" cy="1200329"/>
            </a:xfrm>
            <a:prstGeom prst="rect">
              <a:avLst/>
            </a:prstGeom>
            <a:grpFill/>
            <a:ln w="9525">
              <a:solidFill>
                <a:srgbClr val="000000"/>
              </a:solidFill>
              <a:prstDash val="dash"/>
              <a:miter lim="800000"/>
              <a:headEnd/>
              <a:tailEnd/>
            </a:ln>
            <a:effectLst/>
            <a:extLst/>
          </p:spPr>
          <p:txBody>
            <a:bodyPr wrap="none">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b="1" u="sng" kern="0" dirty="0">
                  <a:solidFill>
                    <a:srgbClr val="000000"/>
                  </a:solidFill>
                  <a:latin typeface="Source Code Pro Semibold" panose="020B0609030403020204" pitchFamily="49" charset="0"/>
                </a:rPr>
                <a:t>Prepare work:</a:t>
              </a:r>
            </a:p>
            <a:p>
              <a:pPr marL="285750" lvl="0" indent="-285750">
                <a:buFont typeface="Arial" panose="020B0604020202020204" pitchFamily="34" charset="0"/>
                <a:buChar char="•"/>
                <a:defRPr/>
              </a:pPr>
              <a:r>
                <a:rPr lang="en-US" kern="0" dirty="0">
                  <a:solidFill>
                    <a:srgbClr val="000000"/>
                  </a:solidFill>
                  <a:latin typeface="Source Code Pro Semibold" panose="020B0609030403020204" pitchFamily="49" charset="0"/>
                </a:rPr>
                <a:t>Create merge </a:t>
              </a:r>
              <a:br>
                <a:rPr lang="en-US" kern="0" dirty="0">
                  <a:solidFill>
                    <a:srgbClr val="000000"/>
                  </a:solidFill>
                  <a:latin typeface="Source Code Pro Semibold" panose="020B0609030403020204" pitchFamily="49" charset="0"/>
                </a:rPr>
              </a:br>
              <a:r>
                <a:rPr lang="en-US" kern="0" dirty="0">
                  <a:solidFill>
                    <a:srgbClr val="000000"/>
                  </a:solidFill>
                  <a:latin typeface="Source Code Pro Semibold" panose="020B0609030403020204" pitchFamily="49" charset="0"/>
                </a:rPr>
                <a:t>request</a:t>
              </a:r>
            </a:p>
            <a:p>
              <a:pPr marL="285750" lvl="0" indent="-285750">
                <a:buFont typeface="Arial" panose="020B0604020202020204" pitchFamily="34" charset="0"/>
                <a:buChar char="•"/>
                <a:defRPr/>
              </a:pPr>
              <a:r>
                <a:rPr lang="en-US" kern="0" dirty="0">
                  <a:solidFill>
                    <a:srgbClr val="000000"/>
                  </a:solidFill>
                  <a:latin typeface="Source Code Pro Semibold" panose="020B0609030403020204" pitchFamily="49" charset="0"/>
                </a:rPr>
                <a:t>Pull new branch</a:t>
              </a:r>
            </a:p>
          </p:txBody>
        </p:sp>
      </p:grpSp>
      <p:grpSp>
        <p:nvGrpSpPr>
          <p:cNvPr id="41" name="Gruppieren 40"/>
          <p:cNvGrpSpPr/>
          <p:nvPr/>
        </p:nvGrpSpPr>
        <p:grpSpPr>
          <a:xfrm>
            <a:off x="6628227" y="843558"/>
            <a:ext cx="2408265" cy="1720554"/>
            <a:chOff x="6639791" y="2490753"/>
            <a:chExt cx="1621944" cy="1720554"/>
          </a:xfrm>
          <a:solidFill>
            <a:sysClr val="window" lastClr="FFFFFF"/>
          </a:solidFill>
        </p:grpSpPr>
        <p:sp>
          <p:nvSpPr>
            <p:cNvPr id="42" name="Text Box 34"/>
            <p:cNvSpPr txBox="1">
              <a:spLocks noChangeArrowheads="1"/>
            </p:cNvSpPr>
            <p:nvPr/>
          </p:nvSpPr>
          <p:spPr bwMode="auto">
            <a:xfrm>
              <a:off x="6639791" y="2490753"/>
              <a:ext cx="1621944" cy="1477328"/>
            </a:xfrm>
            <a:prstGeom prst="rect">
              <a:avLst/>
            </a:prstGeom>
            <a:grpFill/>
            <a:ln w="9525">
              <a:solidFill>
                <a:srgbClr val="000000"/>
              </a:solidFill>
              <a:prstDash val="dash"/>
              <a:miter lim="800000"/>
              <a:headEnd/>
              <a:tailEnd/>
            </a:ln>
            <a:effectLst/>
            <a:extLst/>
          </p:spPr>
          <p:txBody>
            <a:bodyPr wrap="square">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b="1" u="sng" kern="0" dirty="0">
                  <a:solidFill>
                    <a:srgbClr val="000000"/>
                  </a:solidFill>
                  <a:latin typeface="Source Code Pro Semibold" panose="020B0609030403020204" pitchFamily="49" charset="0"/>
                </a:rPr>
                <a:t>Finished when:</a:t>
              </a:r>
            </a:p>
            <a:p>
              <a:pPr marL="285750" indent="-285750">
                <a:buFont typeface="Arial" panose="020B0604020202020204" pitchFamily="34" charset="0"/>
                <a:buChar char="•"/>
                <a:defRPr/>
              </a:pPr>
              <a:r>
                <a:rPr lang="en-US" kern="0" dirty="0">
                  <a:solidFill>
                    <a:srgbClr val="000000"/>
                  </a:solidFill>
                  <a:latin typeface="Source Code Pro Semibold" panose="020B0609030403020204" pitchFamily="49" charset="0"/>
                </a:rPr>
                <a:t>Integration build passed</a:t>
              </a:r>
            </a:p>
            <a:p>
              <a:pPr marL="285750" indent="-285750">
                <a:buFont typeface="Arial" panose="020B0604020202020204" pitchFamily="34" charset="0"/>
                <a:buChar char="•"/>
                <a:defRPr/>
              </a:pPr>
              <a:r>
                <a:rPr lang="en-US" kern="0" dirty="0">
                  <a:solidFill>
                    <a:srgbClr val="000000"/>
                  </a:solidFill>
                  <a:latin typeface="Source Code Pro Semibold" panose="020B0609030403020204" pitchFamily="49" charset="0"/>
                </a:rPr>
                <a:t>Merged into main</a:t>
              </a:r>
              <a:endParaRPr lang="en-US" u="sng" kern="0" dirty="0">
                <a:solidFill>
                  <a:srgbClr val="000000"/>
                </a:solidFill>
                <a:latin typeface="Source Code Pro Semibold" panose="020B0609030403020204" pitchFamily="49" charset="0"/>
              </a:endParaRPr>
            </a:p>
          </p:txBody>
        </p:sp>
        <p:sp>
          <p:nvSpPr>
            <p:cNvPr id="43" name="Line 35"/>
            <p:cNvSpPr>
              <a:spLocks noChangeShapeType="1"/>
            </p:cNvSpPr>
            <p:nvPr/>
          </p:nvSpPr>
          <p:spPr bwMode="auto">
            <a:xfrm flipH="1">
              <a:off x="7022455" y="3968080"/>
              <a:ext cx="0" cy="243227"/>
            </a:xfrm>
            <a:prstGeom prst="line">
              <a:avLst/>
            </a:prstGeom>
            <a:grpFill/>
            <a:ln w="19050">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grpSp>
      <p:grpSp>
        <p:nvGrpSpPr>
          <p:cNvPr id="44" name="Gruppieren 43"/>
          <p:cNvGrpSpPr/>
          <p:nvPr/>
        </p:nvGrpSpPr>
        <p:grpSpPr>
          <a:xfrm>
            <a:off x="3131840" y="750645"/>
            <a:ext cx="3060072" cy="2109209"/>
            <a:chOff x="2635312" y="2079099"/>
            <a:chExt cx="4312746" cy="2109209"/>
          </a:xfrm>
        </p:grpSpPr>
        <p:sp>
          <p:nvSpPr>
            <p:cNvPr id="46" name="Line 17"/>
            <p:cNvSpPr>
              <a:spLocks noChangeShapeType="1"/>
            </p:cNvSpPr>
            <p:nvPr/>
          </p:nvSpPr>
          <p:spPr bwMode="auto">
            <a:xfrm flipH="1">
              <a:off x="5743510" y="3279428"/>
              <a:ext cx="0" cy="90888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45" name="Text Box 16"/>
            <p:cNvSpPr txBox="1">
              <a:spLocks noChangeArrowheads="1"/>
            </p:cNvSpPr>
            <p:nvPr/>
          </p:nvSpPr>
          <p:spPr bwMode="auto">
            <a:xfrm>
              <a:off x="2635312" y="2079099"/>
              <a:ext cx="4312746" cy="1200329"/>
            </a:xfrm>
            <a:prstGeom prst="rect">
              <a:avLst/>
            </a:prstGeom>
            <a:solidFill>
              <a:sysClr val="window" lastClr="FFFFFF">
                <a:alpha val="50000"/>
              </a:sysClr>
            </a:solidFill>
            <a:ln w="9525">
              <a:solidFill>
                <a:srgbClr val="000000"/>
              </a:solidFill>
              <a:prstDash val="dash"/>
              <a:miter lim="800000"/>
              <a:headEnd/>
              <a:tailEnd/>
            </a:ln>
            <a:effectLst/>
            <a:extLst/>
          </p:spPr>
          <p:txBody>
            <a:bodyPr wrap="none">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b="1" u="sng" kern="0" dirty="0">
                  <a:solidFill>
                    <a:srgbClr val="000000"/>
                  </a:solidFill>
                  <a:latin typeface="Source Code Pro Semibold" panose="020B0609030403020204" pitchFamily="49" charset="0"/>
                </a:rPr>
                <a:t>Daily Work</a:t>
              </a:r>
              <a:r>
                <a:rPr lang="en-US" b="1" u="sng" kern="0" dirty="0">
                  <a:solidFill>
                    <a:srgbClr val="000000"/>
                  </a:solidFill>
                  <a:latin typeface="Courier New" pitchFamily="49" charset="0"/>
                </a:rPr>
                <a:t>:</a:t>
              </a:r>
              <a:endParaRPr lang="en-US" b="1" kern="0" dirty="0">
                <a:solidFill>
                  <a:srgbClr val="000000"/>
                </a:solidFill>
                <a:latin typeface="Courier New" pitchFamily="49" charset="0"/>
              </a:endParaRPr>
            </a:p>
            <a:p>
              <a:pPr marL="285750" lvl="0" indent="-285750">
                <a:buFont typeface="Arial" panose="020B0604020202020204" pitchFamily="34" charset="0"/>
                <a:buChar char="•"/>
                <a:defRPr/>
              </a:pPr>
              <a:r>
                <a:rPr lang="en-US" kern="0" dirty="0" err="1">
                  <a:solidFill>
                    <a:srgbClr val="000000"/>
                  </a:solidFill>
                  <a:latin typeface="Source Code Pro Semibold"/>
                </a:rPr>
                <a:t>git</a:t>
              </a:r>
              <a:r>
                <a:rPr lang="en-US" kern="0" dirty="0">
                  <a:solidFill>
                    <a:srgbClr val="000000"/>
                  </a:solidFill>
                  <a:latin typeface="Source Code Pro Semibold"/>
                </a:rPr>
                <a:t> add/commit/push</a:t>
              </a:r>
            </a:p>
            <a:p>
              <a:pPr marL="285750" lvl="0" indent="-285750">
                <a:buFont typeface="Arial" panose="020B0604020202020204" pitchFamily="34" charset="0"/>
                <a:buChar char="•"/>
                <a:defRPr/>
              </a:pPr>
              <a:r>
                <a:rPr lang="en-US" kern="0" dirty="0">
                  <a:solidFill>
                    <a:srgbClr val="000000"/>
                  </a:solidFill>
                  <a:latin typeface="Source Code Pro Semibold"/>
                </a:rPr>
                <a:t>make audit</a:t>
              </a:r>
            </a:p>
            <a:p>
              <a:pPr marL="285750" lvl="0" indent="-285750">
                <a:buFont typeface="Arial" panose="020B0604020202020204" pitchFamily="34" charset="0"/>
                <a:buChar char="•"/>
                <a:defRPr/>
              </a:pPr>
              <a:r>
                <a:rPr lang="en-US" kern="0" dirty="0">
                  <a:solidFill>
                    <a:srgbClr val="000000"/>
                  </a:solidFill>
                  <a:latin typeface="Source Code Pro Semibold"/>
                </a:rPr>
                <a:t>Integration build</a:t>
              </a:r>
            </a:p>
          </p:txBody>
        </p:sp>
      </p:grpSp>
    </p:spTree>
    <p:extLst>
      <p:ext uri="{BB962C8B-B14F-4D97-AF65-F5344CB8AC3E}">
        <p14:creationId xmlns:p14="http://schemas.microsoft.com/office/powerpoint/2010/main" val="1493199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Live Coding: Set up the Issue Tracker</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363366"/>
            <a:ext cx="8194215" cy="2952328"/>
          </a:xfrm>
          <a:prstGeom prst="rect">
            <a:avLst/>
          </a:prstGeom>
          <a:noFill/>
          <a:ln w="2540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239197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Live Coding: Set up the Build Pipeline</a:t>
            </a:r>
          </a:p>
        </p:txBody>
      </p:sp>
      <p:pic>
        <p:nvPicPr>
          <p:cNvPr id="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7531" y="1203296"/>
            <a:ext cx="6120680" cy="3508508"/>
          </a:xfrm>
          <a:prstGeom prst="rect">
            <a:avLst/>
          </a:prstGeom>
          <a:noFill/>
          <a:ln w="2540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126318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Build Script</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435846"/>
            <a:ext cx="5527799"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157289"/>
            <a:ext cx="1656183" cy="21386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6352" y="1506832"/>
            <a:ext cx="3182161" cy="14395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AutoShape 6"/>
          <p:cNvSpPr>
            <a:spLocks noChangeArrowheads="1"/>
          </p:cNvSpPr>
          <p:nvPr/>
        </p:nvSpPr>
        <p:spPr bwMode="auto">
          <a:xfrm>
            <a:off x="3483471" y="2499742"/>
            <a:ext cx="1080120" cy="625162"/>
          </a:xfrm>
          <a:prstGeom prst="rightArrow">
            <a:avLst>
              <a:gd name="adj1" fmla="val 50000"/>
              <a:gd name="adj2" fmla="val 25000"/>
            </a:avLst>
          </a:prstGeom>
          <a:solidFill>
            <a:sysClr val="window" lastClr="FFFFFF">
              <a:lumMod val="95000"/>
            </a:sysClr>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10" name="Rechteck 9"/>
          <p:cNvSpPr/>
          <p:nvPr/>
        </p:nvSpPr>
        <p:spPr>
          <a:xfrm>
            <a:off x="3161756" y="2099632"/>
            <a:ext cx="1723550" cy="400110"/>
          </a:xfrm>
          <a:prstGeom prst="rect">
            <a:avLst/>
          </a:prstGeom>
        </p:spPr>
        <p:txBody>
          <a:bodyPr wrap="none">
            <a:spAutoFit/>
          </a:bodyPr>
          <a:lstStyle/>
          <a:p>
            <a:pPr algn="ctr"/>
            <a:r>
              <a:rPr lang="de-DE" sz="2000" dirty="0" err="1">
                <a:latin typeface="Courier New" pitchFamily="49" charset="0"/>
                <a:cs typeface="Courier New" pitchFamily="49" charset="0"/>
              </a:rPr>
              <a:t>make</a:t>
            </a:r>
            <a:r>
              <a:rPr lang="de-DE" sz="2000" dirty="0">
                <a:latin typeface="Courier New" pitchFamily="49" charset="0"/>
                <a:cs typeface="Courier New" pitchFamily="49" charset="0"/>
              </a:rPr>
              <a:t> </a:t>
            </a:r>
            <a:r>
              <a:rPr lang="de-DE" sz="2000" dirty="0" err="1">
                <a:latin typeface="Courier New" pitchFamily="49" charset="0"/>
                <a:cs typeface="Courier New" pitchFamily="49" charset="0"/>
              </a:rPr>
              <a:t>audit</a:t>
            </a:r>
            <a:endParaRPr lang="de-DE" sz="2000" dirty="0">
              <a:latin typeface="Courier New" pitchFamily="49" charset="0"/>
              <a:cs typeface="Courier New" pitchFamily="49" charset="0"/>
            </a:endParaRPr>
          </a:p>
        </p:txBody>
      </p:sp>
      <p:sp>
        <p:nvSpPr>
          <p:cNvPr id="11" name="Rechteck 10"/>
          <p:cNvSpPr/>
          <p:nvPr/>
        </p:nvSpPr>
        <p:spPr>
          <a:xfrm>
            <a:off x="6021676" y="2487867"/>
            <a:ext cx="2942812" cy="2246769"/>
          </a:xfrm>
          <a:prstGeom prst="rect">
            <a:avLst/>
          </a:prstGeom>
          <a:solidFill>
            <a:schemeClr val="bg1"/>
          </a:solidFill>
          <a:ln>
            <a:solidFill>
              <a:srgbClr val="000000"/>
            </a:solidFill>
          </a:ln>
        </p:spPr>
        <p:txBody>
          <a:bodyPr wrap="square">
            <a:spAutoFit/>
          </a:bodyPr>
          <a:lstStyle/>
          <a:p>
            <a:r>
              <a:rPr lang="en-US" sz="1400" b="1" dirty="0"/>
              <a:t>Included Tools:</a:t>
            </a:r>
          </a:p>
          <a:p>
            <a:pPr marL="285750" indent="-285750">
              <a:buFont typeface="Arial" panose="020B0604020202020204" pitchFamily="34" charset="0"/>
              <a:buChar char="•"/>
            </a:pPr>
            <a:r>
              <a:rPr lang="en-US" sz="1400" i="1" dirty="0" err="1"/>
              <a:t>pytest</a:t>
            </a:r>
            <a:r>
              <a:rPr lang="en-US" sz="1400" dirty="0"/>
              <a:t> for testing</a:t>
            </a:r>
          </a:p>
          <a:p>
            <a:pPr marL="285750" indent="-285750">
              <a:buFont typeface="Arial" panose="020B0604020202020204" pitchFamily="34" charset="0"/>
              <a:buChar char="•"/>
            </a:pPr>
            <a:r>
              <a:rPr lang="en-US" sz="1400" i="1" dirty="0"/>
              <a:t>coverage.py</a:t>
            </a:r>
            <a:r>
              <a:rPr lang="en-US" sz="1400" dirty="0"/>
              <a:t> for code coverage</a:t>
            </a:r>
          </a:p>
          <a:p>
            <a:pPr marL="285750" indent="-285750">
              <a:buFont typeface="Arial" panose="020B0604020202020204" pitchFamily="34" charset="0"/>
              <a:buChar char="•"/>
            </a:pPr>
            <a:r>
              <a:rPr lang="en-US" sz="1400" i="1" dirty="0"/>
              <a:t>flake8</a:t>
            </a:r>
            <a:r>
              <a:rPr lang="en-US" sz="1400" dirty="0"/>
              <a:t> for static code analysis</a:t>
            </a:r>
          </a:p>
          <a:p>
            <a:pPr marL="285750" indent="-285750">
              <a:buFont typeface="Arial" panose="020B0604020202020204" pitchFamily="34" charset="0"/>
              <a:buChar char="•"/>
            </a:pPr>
            <a:r>
              <a:rPr lang="en-US" sz="1400" i="1" dirty="0"/>
              <a:t>black/</a:t>
            </a:r>
            <a:r>
              <a:rPr lang="en-US" sz="1400" i="1" dirty="0" err="1"/>
              <a:t>isort</a:t>
            </a:r>
            <a:r>
              <a:rPr lang="en-US" sz="1400" dirty="0"/>
              <a:t> for code formatting</a:t>
            </a:r>
          </a:p>
          <a:p>
            <a:pPr marL="285750" indent="-285750">
              <a:buFont typeface="Arial" panose="020B0604020202020204" pitchFamily="34" charset="0"/>
              <a:buChar char="•"/>
            </a:pPr>
            <a:r>
              <a:rPr lang="en-US" sz="1400" i="1" dirty="0"/>
              <a:t>bandit</a:t>
            </a:r>
            <a:r>
              <a:rPr lang="en-US" sz="1400" dirty="0"/>
              <a:t> for security checking</a:t>
            </a:r>
          </a:p>
          <a:p>
            <a:pPr marL="285750" indent="-285750">
              <a:buFont typeface="Arial" panose="020B0604020202020204" pitchFamily="34" charset="0"/>
              <a:buChar char="•"/>
            </a:pPr>
            <a:r>
              <a:rPr lang="en-US" sz="1400" i="1" dirty="0"/>
              <a:t>reuse</a:t>
            </a:r>
            <a:r>
              <a:rPr lang="en-US" sz="1400" dirty="0"/>
              <a:t> for license metadata checking</a:t>
            </a:r>
          </a:p>
          <a:p>
            <a:pPr marL="285750" indent="-285750">
              <a:buFont typeface="Arial" panose="020B0604020202020204" pitchFamily="34" charset="0"/>
              <a:buChar char="•"/>
            </a:pPr>
            <a:r>
              <a:rPr lang="en-US" sz="1400" i="1" dirty="0"/>
              <a:t>Sphinx</a:t>
            </a:r>
            <a:r>
              <a:rPr lang="en-US" sz="1400" dirty="0"/>
              <a:t> for docs</a:t>
            </a:r>
          </a:p>
          <a:p>
            <a:pPr marL="285750" indent="-285750">
              <a:buFont typeface="Arial" panose="020B0604020202020204" pitchFamily="34" charset="0"/>
              <a:buChar char="•"/>
            </a:pPr>
            <a:r>
              <a:rPr lang="en-US" sz="1400" i="1" dirty="0"/>
              <a:t>Poetry</a:t>
            </a:r>
            <a:r>
              <a:rPr lang="en-US" sz="1400" dirty="0"/>
              <a:t> for dependencies</a:t>
            </a:r>
          </a:p>
        </p:txBody>
      </p:sp>
    </p:spTree>
    <p:extLst>
      <p:ext uri="{BB962C8B-B14F-4D97-AF65-F5344CB8AC3E}">
        <p14:creationId xmlns:p14="http://schemas.microsoft.com/office/powerpoint/2010/main" val="668466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feld 47"/>
          <p:cNvSpPr txBox="1"/>
          <p:nvPr/>
        </p:nvSpPr>
        <p:spPr>
          <a:xfrm>
            <a:off x="6533741" y="4013651"/>
            <a:ext cx="2397711" cy="646331"/>
          </a:xfrm>
          <a:prstGeom prst="rect">
            <a:avLst/>
          </a:prstGeom>
          <a:noFill/>
          <a:ln>
            <a:solidFill>
              <a:srgbClr val="000000"/>
            </a:solidFill>
          </a:ln>
        </p:spPr>
        <p:txBody>
          <a:bodyPr wrap="square" rtlCol="0">
            <a:spAutoFit/>
          </a:bodyPr>
          <a:lstStyle/>
          <a:p>
            <a:pPr algn="ctr"/>
            <a:r>
              <a:rPr lang="de-DE" b="1" dirty="0">
                <a:ea typeface="ＭＳ Ｐゴシック" charset="0"/>
              </a:rPr>
              <a:t>Development</a:t>
            </a:r>
            <a:br>
              <a:rPr lang="de-DE" b="1" dirty="0">
                <a:ea typeface="ＭＳ Ｐゴシック" charset="0"/>
              </a:rPr>
            </a:br>
            <a:r>
              <a:rPr lang="de-DE" b="1" dirty="0">
                <a:ea typeface="ＭＳ Ｐゴシック" charset="0"/>
              </a:rPr>
              <a:t>Team</a:t>
            </a:r>
          </a:p>
        </p:txBody>
      </p:sp>
      <p:sp>
        <p:nvSpPr>
          <p:cNvPr id="8" name="Titel 7"/>
          <p:cNvSpPr>
            <a:spLocks noGrp="1"/>
          </p:cNvSpPr>
          <p:nvPr>
            <p:ph type="title"/>
          </p:nvPr>
        </p:nvSpPr>
        <p:spPr/>
        <p:txBody>
          <a:bodyPr/>
          <a:lstStyle/>
          <a:p>
            <a:r>
              <a:rPr lang="en-US" dirty="0"/>
              <a:t>Build Script vs. Build Pipeline</a:t>
            </a:r>
          </a:p>
        </p:txBody>
      </p:sp>
      <p:sp>
        <p:nvSpPr>
          <p:cNvPr id="30" name="AutoShape 46"/>
          <p:cNvSpPr>
            <a:spLocks noChangeArrowheads="1"/>
          </p:cNvSpPr>
          <p:nvPr/>
        </p:nvSpPr>
        <p:spPr bwMode="auto">
          <a:xfrm>
            <a:off x="6633682" y="1921534"/>
            <a:ext cx="1943100" cy="737488"/>
          </a:xfrm>
          <a:prstGeom prst="can">
            <a:avLst>
              <a:gd name="adj" fmla="val 25000"/>
            </a:avLst>
          </a:prstGeom>
          <a:solidFill>
            <a:srgbClr val="8064A2"/>
          </a:solidFill>
          <a:ln w="9525" algn="ctr">
            <a:noFill/>
            <a:round/>
            <a:headEnd/>
            <a:tailEnd/>
          </a:ln>
          <a:effectLst>
            <a:outerShdw dist="35921" dir="2700000" algn="ctr" rotWithShape="0">
              <a:srgbClr val="EEECE1"/>
            </a:outerShdw>
          </a:effectLst>
        </p:spPr>
        <p:txBody>
          <a:bodyPr lIns="90000" tIns="46800" rIns="90000" bIns="4680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mn-ea"/>
                <a:cs typeface="+mn-cs"/>
              </a:rPr>
              <a:t>Remote </a:t>
            </a:r>
            <a:r>
              <a:rPr kumimoji="0" lang="en-US" sz="2400" b="1" i="0" u="none" strike="noStrike" kern="1200" cap="none" spc="0" normalizeH="0" baseline="0" noProof="0" dirty="0" err="1">
                <a:ln>
                  <a:noFill/>
                </a:ln>
                <a:solidFill>
                  <a:prstClr val="white"/>
                </a:solidFill>
                <a:effectLst/>
                <a:uLnTx/>
                <a:uFillTx/>
                <a:latin typeface="Arial" charset="0"/>
                <a:ea typeface="+mn-ea"/>
                <a:cs typeface="+mn-cs"/>
              </a:rPr>
              <a:t>Git</a:t>
            </a:r>
            <a:endParaRPr kumimoji="0" lang="en-US" sz="2400" b="1" i="0" u="none" strike="noStrike" kern="1200" cap="none" spc="0" normalizeH="0" baseline="0" noProof="0" dirty="0">
              <a:ln>
                <a:noFill/>
              </a:ln>
              <a:solidFill>
                <a:prstClr val="white"/>
              </a:solidFill>
              <a:effectLst/>
              <a:uLnTx/>
              <a:uFillTx/>
              <a:latin typeface="Arial" charset="0"/>
              <a:ea typeface="+mn-ea"/>
              <a:cs typeface="+mn-cs"/>
            </a:endParaRPr>
          </a:p>
        </p:txBody>
      </p:sp>
      <p:sp>
        <p:nvSpPr>
          <p:cNvPr id="36" name="Rechteck 35"/>
          <p:cNvSpPr/>
          <p:nvPr/>
        </p:nvSpPr>
        <p:spPr bwMode="auto">
          <a:xfrm>
            <a:off x="2931096" y="1653691"/>
            <a:ext cx="2514600" cy="1282268"/>
          </a:xfrm>
          <a:prstGeom prst="rect">
            <a:avLst/>
          </a:prstGeom>
          <a:solidFill>
            <a:srgbClr val="F79646"/>
          </a:solidFill>
          <a:ln>
            <a:noFill/>
          </a:ln>
          <a:effectLst/>
          <a:extLst/>
        </p:spPr>
        <p:txBody>
          <a:bodyPr vert="horz" wrap="square" lIns="0" tIns="0" rIns="0" bIns="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Arial Unicode MS" pitchFamily="34" charset="-128"/>
                <a:cs typeface="Arial" charset="0"/>
              </a:rPr>
              <a:t>Build Pipeline</a:t>
            </a:r>
          </a:p>
        </p:txBody>
      </p:sp>
      <p:sp>
        <p:nvSpPr>
          <p:cNvPr id="37" name="Rechteck 36"/>
          <p:cNvSpPr/>
          <p:nvPr/>
        </p:nvSpPr>
        <p:spPr bwMode="auto">
          <a:xfrm>
            <a:off x="214536" y="1877566"/>
            <a:ext cx="1981200" cy="838200"/>
          </a:xfrm>
          <a:prstGeom prst="rect">
            <a:avLst/>
          </a:prstGeom>
          <a:solidFill>
            <a:srgbClr val="9BBB59"/>
          </a:solidFill>
          <a:ln>
            <a:noFill/>
          </a:ln>
          <a:effectLst/>
          <a:extLst/>
        </p:spPr>
        <p:txBody>
          <a:bodyPr vert="horz" wrap="square" lIns="0" tIns="0" rIns="0" bIns="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charset="0"/>
                <a:ea typeface="Arial Unicode MS" pitchFamily="34" charset="-128"/>
                <a:cs typeface="Arial" charset="0"/>
              </a:rPr>
              <a:t>Build Script</a:t>
            </a:r>
          </a:p>
        </p:txBody>
      </p:sp>
      <p:cxnSp>
        <p:nvCxnSpPr>
          <p:cNvPr id="38" name="Gewinkelte Verbindung 23"/>
          <p:cNvCxnSpPr>
            <a:endCxn id="30" idx="3"/>
          </p:cNvCxnSpPr>
          <p:nvPr/>
        </p:nvCxnSpPr>
        <p:spPr bwMode="auto">
          <a:xfrm flipV="1">
            <a:off x="7605232" y="2659022"/>
            <a:ext cx="0" cy="1354629"/>
          </a:xfrm>
          <a:prstGeom prst="straightConnector1">
            <a:avLst/>
          </a:prstGeom>
          <a:noFill/>
          <a:ln w="25400" cap="flat" cmpd="sng" algn="ctr">
            <a:solidFill>
              <a:sysClr val="windowText" lastClr="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Gewinkelte Verbindung 23"/>
          <p:cNvCxnSpPr>
            <a:stCxn id="30" idx="2"/>
            <a:endCxn id="36" idx="3"/>
          </p:cNvCxnSpPr>
          <p:nvPr/>
        </p:nvCxnSpPr>
        <p:spPr bwMode="auto">
          <a:xfrm flipH="1">
            <a:off x="5445696" y="2290278"/>
            <a:ext cx="1187986" cy="4547"/>
          </a:xfrm>
          <a:prstGeom prst="straightConnector1">
            <a:avLst/>
          </a:prstGeom>
          <a:noFill/>
          <a:ln w="25400" cap="flat" cmpd="sng" algn="ctr">
            <a:solidFill>
              <a:sysClr val="windowText" lastClr="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Gewinkelte Verbindung 23"/>
          <p:cNvCxnSpPr>
            <a:stCxn id="37" idx="3"/>
            <a:endCxn id="36" idx="1"/>
          </p:cNvCxnSpPr>
          <p:nvPr/>
        </p:nvCxnSpPr>
        <p:spPr bwMode="auto">
          <a:xfrm flipV="1">
            <a:off x="2195736" y="2294825"/>
            <a:ext cx="735360" cy="1841"/>
          </a:xfrm>
          <a:prstGeom prst="straightConnector1">
            <a:avLst/>
          </a:prstGeom>
          <a:noFill/>
          <a:ln w="25400" cap="flat" cmpd="sng" algn="ctr">
            <a:solidFill>
              <a:sysClr val="windowText" lastClr="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Gewinkelte Verbindung 23"/>
          <p:cNvCxnSpPr>
            <a:stCxn id="36" idx="0"/>
            <a:endCxn id="37" idx="0"/>
          </p:cNvCxnSpPr>
          <p:nvPr/>
        </p:nvCxnSpPr>
        <p:spPr bwMode="auto">
          <a:xfrm rot="16200000" flipH="1" flipV="1">
            <a:off x="2584828" y="273998"/>
            <a:ext cx="223875" cy="2983260"/>
          </a:xfrm>
          <a:prstGeom prst="curvedConnector3">
            <a:avLst>
              <a:gd name="adj1" fmla="val -102111"/>
            </a:avLst>
          </a:prstGeom>
          <a:noFill/>
          <a:ln w="25400" cap="flat" cmpd="sng" algn="ctr">
            <a:solidFill>
              <a:sysClr val="windowText" lastClr="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Gewinkelte Verbindung 23"/>
          <p:cNvCxnSpPr>
            <a:stCxn id="36" idx="2"/>
          </p:cNvCxnSpPr>
          <p:nvPr/>
        </p:nvCxnSpPr>
        <p:spPr bwMode="auto">
          <a:xfrm>
            <a:off x="4188396" y="2935959"/>
            <a:ext cx="2353030" cy="1415699"/>
          </a:xfrm>
          <a:prstGeom prst="straightConnector1">
            <a:avLst/>
          </a:prstGeom>
          <a:noFill/>
          <a:ln w="25400" cap="flat" cmpd="sng" algn="ctr">
            <a:solidFill>
              <a:sysClr val="windowText" lastClr="000000"/>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AutoShape 4"/>
          <p:cNvSpPr>
            <a:spLocks noChangeArrowheads="1"/>
          </p:cNvSpPr>
          <p:nvPr/>
        </p:nvSpPr>
        <p:spPr bwMode="auto">
          <a:xfrm>
            <a:off x="5826697" y="2709378"/>
            <a:ext cx="1429458" cy="609600"/>
          </a:xfrm>
          <a:prstGeom prst="wedgeRectCallout">
            <a:avLst>
              <a:gd name="adj1" fmla="val 69543"/>
              <a:gd name="adj2" fmla="val 52099"/>
            </a:avLst>
          </a:prstGeom>
          <a:solidFill>
            <a:srgbClr val="4F81BD"/>
          </a:solidFill>
          <a:ln w="9525" algn="ctr">
            <a:noFill/>
            <a:miter lim="800000"/>
            <a:headEnd/>
            <a:tailEnd/>
          </a:ln>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charset="0"/>
                <a:ea typeface="+mn-ea"/>
                <a:cs typeface="+mn-cs"/>
              </a:rPr>
              <a:t>1) Commit &amp; Push</a:t>
            </a:r>
          </a:p>
        </p:txBody>
      </p:sp>
      <p:sp>
        <p:nvSpPr>
          <p:cNvPr id="44" name="AutoShape 4"/>
          <p:cNvSpPr>
            <a:spLocks noChangeArrowheads="1"/>
          </p:cNvSpPr>
          <p:nvPr/>
        </p:nvSpPr>
        <p:spPr bwMode="auto">
          <a:xfrm>
            <a:off x="5508104" y="1505989"/>
            <a:ext cx="1372913" cy="445364"/>
          </a:xfrm>
          <a:prstGeom prst="wedgeRectCallout">
            <a:avLst>
              <a:gd name="adj1" fmla="val -2355"/>
              <a:gd name="adj2" fmla="val 120538"/>
            </a:avLst>
          </a:prstGeom>
          <a:solidFill>
            <a:srgbClr val="4F81BD"/>
          </a:solidFill>
          <a:ln w="9525" algn="ctr">
            <a:noFill/>
            <a:miter lim="800000"/>
            <a:headEnd/>
            <a:tailEnd/>
          </a:ln>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white"/>
                </a:solidFill>
                <a:effectLst/>
                <a:uLnTx/>
                <a:uFillTx/>
                <a:latin typeface="Arial" charset="0"/>
                <a:ea typeface="+mn-ea"/>
                <a:cs typeface="+mn-cs"/>
              </a:rPr>
              <a:t>2) Trigger</a:t>
            </a:r>
          </a:p>
        </p:txBody>
      </p:sp>
      <p:sp>
        <p:nvSpPr>
          <p:cNvPr id="45" name="AutoShape 4"/>
          <p:cNvSpPr>
            <a:spLocks noChangeArrowheads="1"/>
          </p:cNvSpPr>
          <p:nvPr/>
        </p:nvSpPr>
        <p:spPr bwMode="auto">
          <a:xfrm>
            <a:off x="3921696" y="663814"/>
            <a:ext cx="2018456" cy="640946"/>
          </a:xfrm>
          <a:prstGeom prst="wedgeRectCallout">
            <a:avLst>
              <a:gd name="adj1" fmla="val -101724"/>
              <a:gd name="adj2" fmla="val 42241"/>
            </a:avLst>
          </a:prstGeom>
          <a:solidFill>
            <a:srgbClr val="4F81BD"/>
          </a:solidFill>
          <a:ln w="9525" algn="ctr">
            <a:noFill/>
            <a:miter lim="800000"/>
            <a:headEnd/>
            <a:tailEnd/>
          </a:ln>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mn-cs"/>
              </a:rPr>
              <a:t>3) Start integration build</a:t>
            </a:r>
          </a:p>
        </p:txBody>
      </p:sp>
      <p:sp>
        <p:nvSpPr>
          <p:cNvPr id="46" name="AutoShape 4"/>
          <p:cNvSpPr>
            <a:spLocks noChangeArrowheads="1"/>
          </p:cNvSpPr>
          <p:nvPr/>
        </p:nvSpPr>
        <p:spPr bwMode="auto">
          <a:xfrm>
            <a:off x="1102296" y="3026014"/>
            <a:ext cx="2182828" cy="442813"/>
          </a:xfrm>
          <a:prstGeom prst="wedgeRectCallout">
            <a:avLst>
              <a:gd name="adj1" fmla="val 7317"/>
              <a:gd name="adj2" fmla="val -213366"/>
            </a:avLst>
          </a:prstGeom>
          <a:solidFill>
            <a:srgbClr val="4F81BD"/>
          </a:solidFill>
          <a:ln w="9525" algn="ctr">
            <a:noFill/>
            <a:miter lim="800000"/>
            <a:headEnd/>
            <a:tailEnd/>
          </a:ln>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mn-cs"/>
              </a:rPr>
              <a:t>4) Return result</a:t>
            </a:r>
          </a:p>
        </p:txBody>
      </p:sp>
      <p:sp>
        <p:nvSpPr>
          <p:cNvPr id="47" name="AutoShape 4"/>
          <p:cNvSpPr>
            <a:spLocks noChangeArrowheads="1"/>
          </p:cNvSpPr>
          <p:nvPr/>
        </p:nvSpPr>
        <p:spPr bwMode="auto">
          <a:xfrm>
            <a:off x="3325377" y="3699878"/>
            <a:ext cx="1894695" cy="515195"/>
          </a:xfrm>
          <a:prstGeom prst="wedgeRectCallout">
            <a:avLst>
              <a:gd name="adj1" fmla="val 64680"/>
              <a:gd name="adj2" fmla="val -31695"/>
            </a:avLst>
          </a:prstGeom>
          <a:solidFill>
            <a:srgbClr val="4F81BD"/>
          </a:solidFill>
          <a:ln w="9525" algn="ctr">
            <a:noFill/>
            <a:miter lim="800000"/>
            <a:headEnd/>
            <a:tailEnd/>
          </a:ln>
          <a:effectLst/>
        </p:spPr>
        <p:txBody>
          <a:bodyPr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charset="0"/>
                <a:ea typeface="+mn-ea"/>
                <a:cs typeface="+mn-cs"/>
              </a:rPr>
              <a:t>5) Notification</a:t>
            </a:r>
          </a:p>
        </p:txBody>
      </p:sp>
    </p:spTree>
    <p:extLst>
      <p:ext uri="{BB962C8B-B14F-4D97-AF65-F5344CB8AC3E}">
        <p14:creationId xmlns:p14="http://schemas.microsoft.com/office/powerpoint/2010/main" val="190597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P spid="46" grpId="0" animBg="1"/>
      <p:bldP spid="4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Live Coding: Close Iteration 2</a:t>
            </a: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873" y="1635646"/>
            <a:ext cx="8616607" cy="2410741"/>
          </a:xfrm>
          <a:prstGeom prst="rect">
            <a:avLst/>
          </a:prstGeom>
          <a:noFill/>
          <a:ln w="2540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338672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AutoShape 6"/>
          <p:cNvSpPr>
            <a:spLocks noChangeArrowheads="1"/>
          </p:cNvSpPr>
          <p:nvPr/>
        </p:nvSpPr>
        <p:spPr bwMode="auto">
          <a:xfrm>
            <a:off x="5766788" y="1611455"/>
            <a:ext cx="439675" cy="625162"/>
          </a:xfrm>
          <a:prstGeom prst="rightArrow">
            <a:avLst>
              <a:gd name="adj1" fmla="val 50000"/>
              <a:gd name="adj2" fmla="val 25000"/>
            </a:avLst>
          </a:prstGeom>
          <a:solidFill>
            <a:sysClr val="window" lastClr="FFFFFF">
              <a:lumMod val="95000"/>
            </a:sysClr>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8" name="Titel 7"/>
          <p:cNvSpPr>
            <a:spLocks noGrp="1"/>
          </p:cNvSpPr>
          <p:nvPr>
            <p:ph type="title"/>
          </p:nvPr>
        </p:nvSpPr>
        <p:spPr/>
        <p:txBody>
          <a:bodyPr/>
          <a:lstStyle/>
          <a:p>
            <a:r>
              <a:rPr lang="en-US" dirty="0"/>
              <a:t>Iteration 3</a:t>
            </a:r>
            <a:br>
              <a:rPr lang="en-US" dirty="0"/>
            </a:br>
            <a:r>
              <a:rPr lang="en-GB" b="0" dirty="0"/>
              <a:t>Goals and Current Status</a:t>
            </a:r>
            <a:endParaRPr lang="en-US" b="0" dirty="0"/>
          </a:p>
        </p:txBody>
      </p:sp>
      <p:sp>
        <p:nvSpPr>
          <p:cNvPr id="14" name="AutoShape 6"/>
          <p:cNvSpPr>
            <a:spLocks noChangeArrowheads="1"/>
          </p:cNvSpPr>
          <p:nvPr/>
        </p:nvSpPr>
        <p:spPr bwMode="auto">
          <a:xfrm>
            <a:off x="2799798" y="1611455"/>
            <a:ext cx="439675" cy="625162"/>
          </a:xfrm>
          <a:prstGeom prst="rightArrow">
            <a:avLst>
              <a:gd name="adj1" fmla="val 50000"/>
              <a:gd name="adj2" fmla="val 25000"/>
            </a:avLst>
          </a:prstGeom>
          <a:solidFill>
            <a:sysClr val="window" lastClr="FFFFFF">
              <a:lumMod val="95000"/>
            </a:sysClr>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alibri"/>
              <a:ea typeface="+mn-ea"/>
              <a:cs typeface="+mn-cs"/>
            </a:endParaRPr>
          </a:p>
        </p:txBody>
      </p:sp>
      <p:sp>
        <p:nvSpPr>
          <p:cNvPr id="21" name="Rectangle 7"/>
          <p:cNvSpPr>
            <a:spLocks noChangeArrowheads="1"/>
          </p:cNvSpPr>
          <p:nvPr/>
        </p:nvSpPr>
        <p:spPr bwMode="auto">
          <a:xfrm>
            <a:off x="3239473" y="1204036"/>
            <a:ext cx="2520000" cy="1440000"/>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2800" b="1" kern="0" dirty="0">
                <a:solidFill>
                  <a:prstClr val="white"/>
                </a:solidFill>
                <a:latin typeface="Calibri"/>
              </a:rPr>
              <a:t>Iteration 2:</a:t>
            </a:r>
          </a:p>
          <a:p>
            <a:pPr algn="ctr">
              <a:defRPr/>
            </a:pPr>
            <a:r>
              <a:rPr lang="de-DE" sz="2800" kern="0" dirty="0">
                <a:solidFill>
                  <a:prstClr val="white"/>
                </a:solidFill>
                <a:latin typeface="Calibri"/>
              </a:rPr>
              <a:t>Initial Design</a:t>
            </a:r>
          </a:p>
        </p:txBody>
      </p:sp>
      <p:sp>
        <p:nvSpPr>
          <p:cNvPr id="24" name="Rectangle 7"/>
          <p:cNvSpPr>
            <a:spLocks noChangeArrowheads="1"/>
          </p:cNvSpPr>
          <p:nvPr/>
        </p:nvSpPr>
        <p:spPr bwMode="auto">
          <a:xfrm>
            <a:off x="311830" y="1203598"/>
            <a:ext cx="2520000" cy="1440000"/>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2800" b="1" kern="0" dirty="0">
                <a:solidFill>
                  <a:prstClr val="white"/>
                </a:solidFill>
                <a:latin typeface="Calibri"/>
              </a:rPr>
              <a:t>Iteration 1:</a:t>
            </a:r>
          </a:p>
          <a:p>
            <a:pPr algn="ctr">
              <a:defRPr/>
            </a:pPr>
            <a:r>
              <a:rPr lang="de-DE" sz="2800" b="1" kern="0" dirty="0">
                <a:solidFill>
                  <a:prstClr val="white"/>
                </a:solidFill>
                <a:latin typeface="Calibri"/>
              </a:rPr>
              <a:t>Prototype</a:t>
            </a:r>
          </a:p>
        </p:txBody>
      </p:sp>
      <p:sp>
        <p:nvSpPr>
          <p:cNvPr id="25" name="Rectangle 7"/>
          <p:cNvSpPr>
            <a:spLocks noChangeArrowheads="1"/>
          </p:cNvSpPr>
          <p:nvPr/>
        </p:nvSpPr>
        <p:spPr bwMode="auto">
          <a:xfrm>
            <a:off x="6217067" y="1203598"/>
            <a:ext cx="2520000" cy="1440000"/>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2800" b="1" kern="0" dirty="0">
                <a:solidFill>
                  <a:prstClr val="white"/>
                </a:solidFill>
                <a:latin typeface="Calibri"/>
              </a:rPr>
              <a:t>Iteration 3:</a:t>
            </a:r>
          </a:p>
          <a:p>
            <a:pPr algn="ctr">
              <a:defRPr/>
            </a:pPr>
            <a:r>
              <a:rPr lang="de-DE" sz="2800" b="1" kern="0" dirty="0">
                <a:solidFill>
                  <a:prstClr val="white"/>
                </a:solidFill>
                <a:latin typeface="Calibri"/>
              </a:rPr>
              <a:t>Release 1.0.0</a:t>
            </a:r>
          </a:p>
        </p:txBody>
      </p:sp>
      <p:pic>
        <p:nvPicPr>
          <p:cNvPr id="23" name="Grafik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659" y="1307865"/>
            <a:ext cx="1232342" cy="1232342"/>
          </a:xfrm>
          <a:prstGeom prst="rect">
            <a:avLst/>
          </a:prstGeom>
        </p:spPr>
      </p:pic>
      <p:pic>
        <p:nvPicPr>
          <p:cNvPr id="9" name="Grafik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83302" y="1307865"/>
            <a:ext cx="1232342" cy="1232342"/>
          </a:xfrm>
          <a:prstGeom prst="rect">
            <a:avLst/>
          </a:prstGeom>
        </p:spPr>
      </p:pic>
      <p:sp>
        <p:nvSpPr>
          <p:cNvPr id="10" name="Textplatzhalter 2"/>
          <p:cNvSpPr>
            <a:spLocks noGrp="1"/>
          </p:cNvSpPr>
          <p:nvPr>
            <p:ph type="body" sz="quarter" idx="12"/>
          </p:nvPr>
        </p:nvSpPr>
        <p:spPr>
          <a:xfrm>
            <a:off x="765826" y="3003798"/>
            <a:ext cx="3509936" cy="1569690"/>
          </a:xfrm>
        </p:spPr>
        <p:txBody>
          <a:bodyPr/>
          <a:lstStyle/>
          <a:p>
            <a:pPr>
              <a:spcAft>
                <a:spcPts val="600"/>
              </a:spcAft>
            </a:pPr>
            <a:r>
              <a:rPr lang="en-US" sz="2000" b="1" dirty="0"/>
              <a:t>Features:	</a:t>
            </a:r>
          </a:p>
          <a:p>
            <a:pPr lvl="1">
              <a:spcAft>
                <a:spcPts val="600"/>
              </a:spcAft>
            </a:pPr>
            <a:r>
              <a:rPr lang="en-US" sz="2000" dirty="0"/>
              <a:t>Implementation of missing calculations</a:t>
            </a:r>
          </a:p>
          <a:p>
            <a:pPr lvl="1">
              <a:spcAft>
                <a:spcPts val="600"/>
              </a:spcAft>
            </a:pPr>
            <a:r>
              <a:rPr lang="en-US" sz="2000" dirty="0"/>
              <a:t>File input</a:t>
            </a:r>
          </a:p>
          <a:p>
            <a:pPr lvl="1">
              <a:spcAft>
                <a:spcPts val="600"/>
              </a:spcAft>
            </a:pPr>
            <a:r>
              <a:rPr lang="en-US" sz="2000" dirty="0"/>
              <a:t>Logging</a:t>
            </a:r>
          </a:p>
        </p:txBody>
      </p:sp>
      <p:sp>
        <p:nvSpPr>
          <p:cNvPr id="13" name="Textplatzhalter 2"/>
          <p:cNvSpPr txBox="1">
            <a:spLocks/>
          </p:cNvSpPr>
          <p:nvPr/>
        </p:nvSpPr>
        <p:spPr bwMode="auto">
          <a:xfrm>
            <a:off x="4582250" y="3003798"/>
            <a:ext cx="3509936" cy="1569690"/>
          </a:xfrm>
          <a:prstGeom prst="rect">
            <a:avLst/>
          </a:prstGeom>
        </p:spPr>
        <p:txBody>
          <a:bodyPr vert="horz" wrap="square" lIns="0" tIns="0" rIns="0" bIns="0" numCol="1" spcCol="215899" anchor="t">
            <a:prstTxWarp prst="textNoShape">
              <a:avLst/>
            </a:prstTxWarp>
          </a:bodyPr>
          <a:lstStyle>
            <a:lvl1pPr marL="180975" marR="0" indent="-180975" algn="l" defTabSz="179705">
              <a:lnSpc>
                <a:spcPts val="1800"/>
              </a:lnSpc>
              <a:spcBef>
                <a:spcPts val="1100"/>
              </a:spcBef>
              <a:spcAft>
                <a:spcPts val="0"/>
              </a:spcAft>
              <a:buClr>
                <a:schemeClr val="accent3"/>
              </a:buClr>
              <a:buSzTx/>
              <a:buFont typeface="Wingdings"/>
              <a:buChar char="§"/>
              <a:defRPr sz="1600" b="0" i="0" u="none" strike="noStrike" spc="0">
                <a:solidFill>
                  <a:schemeClr val="tx1"/>
                </a:solidFill>
                <a:latin typeface="Arial"/>
                <a:ea typeface="Arial"/>
                <a:cs typeface="Arial"/>
              </a:defRPr>
            </a:lvl1pPr>
            <a:lvl2pPr marL="360680" marR="0" indent="-179705"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2pPr>
            <a:lvl3pPr marL="541655" marR="0" indent="-180975"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3pPr>
            <a:lvl4pPr marL="714375" marR="0" indent="-174625"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4pPr>
            <a:lvl5pPr marL="1000125" marR="0" indent="-285750"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2000" b="0" i="0" u="none" strike="noStrike" spc="0">
                <a:solidFill>
                  <a:schemeClr val="tx1"/>
                </a:solidFill>
                <a:latin typeface="Arial"/>
                <a:ea typeface="Arial"/>
                <a:cs typeface="Arial"/>
              </a:defRPr>
            </a:lvl6pPr>
            <a:lvl7pPr marL="29718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7pPr>
            <a:lvl8pPr marL="34290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8pPr>
            <a:lvl9pPr marL="38862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9pPr>
          </a:lstStyle>
          <a:p>
            <a:pPr>
              <a:spcAft>
                <a:spcPts val="600"/>
              </a:spcAft>
            </a:pPr>
            <a:r>
              <a:rPr lang="en-US" sz="2000" b="1" dirty="0"/>
              <a:t>Change process:</a:t>
            </a:r>
          </a:p>
          <a:p>
            <a:pPr lvl="1">
              <a:spcAft>
                <a:spcPts val="600"/>
              </a:spcAft>
            </a:pPr>
            <a:r>
              <a:rPr lang="en-US" sz="2000" dirty="0"/>
              <a:t>Release process and </a:t>
            </a:r>
            <a:br>
              <a:rPr lang="en-US" sz="2000" dirty="0"/>
            </a:br>
            <a:r>
              <a:rPr lang="en-US" sz="2000" dirty="0"/>
              <a:t>release build job</a:t>
            </a:r>
          </a:p>
          <a:p>
            <a:pPr lvl="1">
              <a:spcAft>
                <a:spcPts val="600"/>
              </a:spcAft>
            </a:pPr>
            <a:r>
              <a:rPr lang="en-US" sz="2000" dirty="0"/>
              <a:t>Code reviews</a:t>
            </a:r>
          </a:p>
        </p:txBody>
      </p:sp>
      <p:pic>
        <p:nvPicPr>
          <p:cNvPr id="15" name="Grafik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56082" y="3507854"/>
            <a:ext cx="1232342" cy="1232342"/>
          </a:xfrm>
          <a:prstGeom prst="rect">
            <a:avLst/>
          </a:prstGeom>
        </p:spPr>
      </p:pic>
    </p:spTree>
    <p:extLst>
      <p:ext uri="{BB962C8B-B14F-4D97-AF65-F5344CB8AC3E}">
        <p14:creationId xmlns:p14="http://schemas.microsoft.com/office/powerpoint/2010/main" val="385662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Extended Change Process</a:t>
            </a:r>
          </a:p>
        </p:txBody>
      </p:sp>
      <p:grpSp>
        <p:nvGrpSpPr>
          <p:cNvPr id="4" name="Gruppieren 3"/>
          <p:cNvGrpSpPr/>
          <p:nvPr/>
        </p:nvGrpSpPr>
        <p:grpSpPr>
          <a:xfrm>
            <a:off x="467544" y="1349381"/>
            <a:ext cx="8064896" cy="3215416"/>
            <a:chOff x="1751514" y="1802662"/>
            <a:chExt cx="8522537" cy="4133764"/>
          </a:xfrm>
        </p:grpSpPr>
        <p:sp>
          <p:nvSpPr>
            <p:cNvPr id="5" name="Rectangle 36"/>
            <p:cNvSpPr>
              <a:spLocks noChangeArrowheads="1"/>
            </p:cNvSpPr>
            <p:nvPr/>
          </p:nvSpPr>
          <p:spPr bwMode="auto">
            <a:xfrm>
              <a:off x="8496516" y="5036314"/>
              <a:ext cx="1532773" cy="900112"/>
            </a:xfrm>
            <a:prstGeom prst="rect">
              <a:avLst/>
            </a:prstGeom>
            <a:solidFill>
              <a:srgbClr val="9BBB59"/>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Iteration</a:t>
              </a:r>
              <a:br>
                <a:rPr lang="en-US" sz="2000" b="1" kern="0" dirty="0">
                  <a:solidFill>
                    <a:prstClr val="white"/>
                  </a:solidFill>
                  <a:latin typeface="Calibri"/>
                </a:rPr>
              </a:br>
              <a:r>
                <a:rPr lang="en-US" sz="2000" b="1" kern="0" dirty="0">
                  <a:solidFill>
                    <a:prstClr val="white"/>
                  </a:solidFill>
                  <a:latin typeface="Calibri"/>
                </a:rPr>
                <a:t> closing</a:t>
              </a:r>
            </a:p>
          </p:txBody>
        </p:sp>
        <p:grpSp>
          <p:nvGrpSpPr>
            <p:cNvPr id="6" name="Gruppieren 5"/>
            <p:cNvGrpSpPr/>
            <p:nvPr/>
          </p:nvGrpSpPr>
          <p:grpSpPr>
            <a:xfrm>
              <a:off x="1751514" y="2495930"/>
              <a:ext cx="8522537" cy="2734064"/>
              <a:chOff x="1730692" y="2711954"/>
              <a:chExt cx="6743700" cy="2089152"/>
            </a:xfrm>
          </p:grpSpPr>
          <p:sp>
            <p:nvSpPr>
              <p:cNvPr id="10" name="Rectangle 42"/>
              <p:cNvSpPr>
                <a:spLocks noChangeArrowheads="1"/>
              </p:cNvSpPr>
              <p:nvPr/>
            </p:nvSpPr>
            <p:spPr bwMode="auto">
              <a:xfrm>
                <a:off x="1730692" y="3019927"/>
                <a:ext cx="6624637" cy="1368425"/>
              </a:xfrm>
              <a:prstGeom prst="rect">
                <a:avLst/>
              </a:prstGeom>
              <a:solidFill>
                <a:sysClr val="window" lastClr="FFFFFF">
                  <a:lumMod val="85000"/>
                  <a:alpha val="50000"/>
                </a:sysClr>
              </a:solidFill>
              <a:ln w="9525">
                <a:noFill/>
                <a:miter lim="800000"/>
                <a:headEnd/>
                <a:tailEnd/>
              </a:ln>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path path="circle">
                      <a:fillToRect r="100000" b="100000"/>
                    </a:path>
                    <a:tileRect l="-100000" t="-100000"/>
                  </a:gradFill>
                  <a:latin typeface="Calibri"/>
                </a:endParaRPr>
              </a:p>
            </p:txBody>
          </p:sp>
          <p:sp>
            <p:nvSpPr>
              <p:cNvPr id="11" name="Rectangle 40"/>
              <p:cNvSpPr>
                <a:spLocks noChangeArrowheads="1"/>
              </p:cNvSpPr>
              <p:nvPr/>
            </p:nvSpPr>
            <p:spPr bwMode="auto">
              <a:xfrm>
                <a:off x="1787842" y="3081839"/>
                <a:ext cx="6624637" cy="1368425"/>
              </a:xfrm>
              <a:prstGeom prst="rect">
                <a:avLst/>
              </a:prstGeom>
              <a:solidFill>
                <a:sysClr val="window" lastClr="FFFFFF">
                  <a:lumMod val="85000"/>
                  <a:alpha val="60000"/>
                </a:sysClr>
              </a:solidFill>
              <a:ln w="9525">
                <a:noFill/>
                <a:miter lim="800000"/>
                <a:headEnd/>
                <a:tailEnd/>
              </a:ln>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path path="circle">
                      <a:fillToRect r="100000" b="100000"/>
                    </a:path>
                    <a:tileRect l="-100000" t="-100000"/>
                  </a:gradFill>
                  <a:latin typeface="Calibri"/>
                </a:endParaRPr>
              </a:p>
            </p:txBody>
          </p:sp>
          <p:sp>
            <p:nvSpPr>
              <p:cNvPr id="12" name="Rectangle 41"/>
              <p:cNvSpPr>
                <a:spLocks noChangeArrowheads="1"/>
              </p:cNvSpPr>
              <p:nvPr/>
            </p:nvSpPr>
            <p:spPr bwMode="auto">
              <a:xfrm>
                <a:off x="1849754" y="3143752"/>
                <a:ext cx="6624638" cy="1368425"/>
              </a:xfrm>
              <a:prstGeom prst="rect">
                <a:avLst/>
              </a:prstGeom>
              <a:solidFill>
                <a:sysClr val="window" lastClr="FFFFFF">
                  <a:lumMod val="85000"/>
                  <a:alpha val="70000"/>
                </a:sysClr>
              </a:solidFill>
              <a:ln w="9525">
                <a:noFill/>
                <a:miter lim="800000"/>
                <a:headEnd/>
                <a:tailEnd/>
              </a:ln>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path path="circle">
                      <a:fillToRect r="100000" b="100000"/>
                    </a:path>
                    <a:tileRect l="-100000" t="-100000"/>
                  </a:gradFill>
                  <a:latin typeface="Calibri"/>
                </a:endParaRPr>
              </a:p>
            </p:txBody>
          </p:sp>
          <p:sp>
            <p:nvSpPr>
              <p:cNvPr id="13" name="AutoShape 3"/>
              <p:cNvSpPr>
                <a:spLocks noChangeArrowheads="1"/>
              </p:cNvSpPr>
              <p:nvPr/>
            </p:nvSpPr>
            <p:spPr bwMode="auto">
              <a:xfrm>
                <a:off x="6696392"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14" name="AutoShape 4"/>
              <p:cNvSpPr>
                <a:spLocks noChangeArrowheads="1"/>
              </p:cNvSpPr>
              <p:nvPr/>
            </p:nvSpPr>
            <p:spPr bwMode="auto">
              <a:xfrm>
                <a:off x="5616892"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15" name="AutoShape 5"/>
              <p:cNvSpPr>
                <a:spLocks noChangeArrowheads="1"/>
              </p:cNvSpPr>
              <p:nvPr/>
            </p:nvSpPr>
            <p:spPr bwMode="auto">
              <a:xfrm>
                <a:off x="4524692"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16" name="AutoShape 6"/>
              <p:cNvSpPr>
                <a:spLocks noChangeArrowheads="1"/>
              </p:cNvSpPr>
              <p:nvPr/>
            </p:nvSpPr>
            <p:spPr bwMode="auto">
              <a:xfrm>
                <a:off x="3364229" y="3488239"/>
                <a:ext cx="371475" cy="428625"/>
              </a:xfrm>
              <a:prstGeom prst="rightArrow">
                <a:avLst>
                  <a:gd name="adj1" fmla="val 50000"/>
                  <a:gd name="adj2" fmla="val 25000"/>
                </a:avLst>
              </a:prstGeom>
              <a:solidFill>
                <a:sysClr val="window" lastClr="FFFFFF"/>
              </a:solidFill>
              <a:ln w="9525">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17" name="Rectangle 7"/>
              <p:cNvSpPr>
                <a:spLocks noChangeArrowheads="1"/>
              </p:cNvSpPr>
              <p:nvPr/>
            </p:nvSpPr>
            <p:spPr bwMode="auto">
              <a:xfrm>
                <a:off x="1903729" y="3272339"/>
                <a:ext cx="1441450"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Assigned </a:t>
                </a:r>
                <a:br>
                  <a:rPr lang="en-US" sz="2000" b="1" kern="0" dirty="0">
                    <a:solidFill>
                      <a:prstClr val="white"/>
                    </a:solidFill>
                    <a:latin typeface="Calibri"/>
                  </a:rPr>
                </a:br>
                <a:r>
                  <a:rPr lang="en-US" sz="2000" b="1" kern="0" dirty="0">
                    <a:solidFill>
                      <a:prstClr val="white"/>
                    </a:solidFill>
                    <a:latin typeface="Calibri"/>
                  </a:rPr>
                  <a:t>Task</a:t>
                </a:r>
              </a:p>
            </p:txBody>
          </p:sp>
          <p:sp>
            <p:nvSpPr>
              <p:cNvPr id="18" name="Rectangle 8"/>
              <p:cNvSpPr>
                <a:spLocks noChangeArrowheads="1"/>
              </p:cNvSpPr>
              <p:nvPr/>
            </p:nvSpPr>
            <p:spPr bwMode="auto">
              <a:xfrm>
                <a:off x="3732529" y="3272339"/>
                <a:ext cx="792163"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de-DE" sz="2000" b="1" kern="0" dirty="0">
                    <a:solidFill>
                      <a:prstClr val="white"/>
                    </a:solidFill>
                    <a:latin typeface="Calibri"/>
                  </a:rPr>
                  <a:t>Design</a:t>
                </a:r>
              </a:p>
            </p:txBody>
          </p:sp>
          <p:sp>
            <p:nvSpPr>
              <p:cNvPr id="19" name="Rectangle 9"/>
              <p:cNvSpPr>
                <a:spLocks noChangeArrowheads="1"/>
              </p:cNvSpPr>
              <p:nvPr/>
            </p:nvSpPr>
            <p:spPr bwMode="auto">
              <a:xfrm>
                <a:off x="4896167" y="3272339"/>
                <a:ext cx="720725"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Coding</a:t>
                </a:r>
                <a:endParaRPr lang="en-US" sz="2000" kern="0" dirty="0">
                  <a:solidFill>
                    <a:prstClr val="white"/>
                  </a:solidFill>
                  <a:latin typeface="Calibri"/>
                </a:endParaRPr>
              </a:p>
            </p:txBody>
          </p:sp>
          <p:sp>
            <p:nvSpPr>
              <p:cNvPr id="20" name="Rectangle 10"/>
              <p:cNvSpPr>
                <a:spLocks noChangeArrowheads="1"/>
              </p:cNvSpPr>
              <p:nvPr/>
            </p:nvSpPr>
            <p:spPr bwMode="auto">
              <a:xfrm>
                <a:off x="5977254" y="3272339"/>
                <a:ext cx="784225"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Testing</a:t>
                </a:r>
                <a:endParaRPr lang="en-US" sz="2000" kern="0" dirty="0">
                  <a:solidFill>
                    <a:prstClr val="white"/>
                  </a:solidFill>
                  <a:latin typeface="Calibri"/>
                </a:endParaRPr>
              </a:p>
            </p:txBody>
          </p:sp>
          <p:sp>
            <p:nvSpPr>
              <p:cNvPr id="21" name="Rectangle 11"/>
              <p:cNvSpPr>
                <a:spLocks noChangeArrowheads="1"/>
              </p:cNvSpPr>
              <p:nvPr/>
            </p:nvSpPr>
            <p:spPr bwMode="auto">
              <a:xfrm>
                <a:off x="7056754" y="3272339"/>
                <a:ext cx="1223963" cy="900113"/>
              </a:xfrm>
              <a:prstGeom prst="rect">
                <a:avLst/>
              </a:prstGeom>
              <a:solidFill>
                <a:srgbClr val="4F81BD"/>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Resolved</a:t>
                </a:r>
                <a:br>
                  <a:rPr lang="en-US" sz="2000" b="1" kern="0" dirty="0">
                    <a:solidFill>
                      <a:prstClr val="white"/>
                    </a:solidFill>
                    <a:latin typeface="Calibri"/>
                  </a:rPr>
                </a:br>
                <a:r>
                  <a:rPr lang="en-US" sz="2000" b="1" kern="0" dirty="0">
                    <a:solidFill>
                      <a:prstClr val="white"/>
                    </a:solidFill>
                    <a:latin typeface="Calibri"/>
                  </a:rPr>
                  <a:t>Task</a:t>
                </a:r>
              </a:p>
            </p:txBody>
          </p:sp>
          <p:sp>
            <p:nvSpPr>
              <p:cNvPr id="22" name="Text Box 13"/>
              <p:cNvSpPr txBox="1">
                <a:spLocks noChangeArrowheads="1"/>
              </p:cNvSpPr>
              <p:nvPr/>
            </p:nvSpPr>
            <p:spPr bwMode="auto">
              <a:xfrm>
                <a:off x="4288154" y="3437439"/>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2400" kern="0">
                  <a:solidFill>
                    <a:srgbClr val="000000"/>
                  </a:solidFill>
                  <a:latin typeface="Times New Roman" pitchFamily="18" charset="0"/>
                </a:endParaRPr>
              </a:p>
            </p:txBody>
          </p:sp>
          <p:sp>
            <p:nvSpPr>
              <p:cNvPr id="23" name="AutoShape 37"/>
              <p:cNvSpPr>
                <a:spLocks noChangeArrowheads="1"/>
              </p:cNvSpPr>
              <p:nvPr/>
            </p:nvSpPr>
            <p:spPr bwMode="auto">
              <a:xfrm>
                <a:off x="7426642" y="4280402"/>
                <a:ext cx="485775" cy="358775"/>
              </a:xfrm>
              <a:prstGeom prst="downArrow">
                <a:avLst>
                  <a:gd name="adj1" fmla="val 50000"/>
                  <a:gd name="adj2" fmla="val 25000"/>
                </a:avLst>
              </a:prstGeom>
              <a:solidFill>
                <a:srgbClr val="FFFFFF"/>
              </a:solidFill>
              <a:ln w="12700">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sp>
            <p:nvSpPr>
              <p:cNvPr id="24" name="AutoShape 33"/>
              <p:cNvSpPr>
                <a:spLocks noChangeArrowheads="1"/>
              </p:cNvSpPr>
              <p:nvPr/>
            </p:nvSpPr>
            <p:spPr bwMode="auto">
              <a:xfrm>
                <a:off x="2375217" y="2877052"/>
                <a:ext cx="485775" cy="358775"/>
              </a:xfrm>
              <a:prstGeom prst="downArrow">
                <a:avLst>
                  <a:gd name="adj1" fmla="val 50000"/>
                  <a:gd name="adj2" fmla="val 25000"/>
                </a:avLst>
              </a:prstGeom>
              <a:solidFill>
                <a:srgbClr val="FFFFFF"/>
              </a:solidFill>
              <a:ln w="12700">
                <a:noFill/>
                <a:miter lim="800000"/>
                <a:headEnd/>
                <a:tailEnd/>
              </a:ln>
              <a:effectLst>
                <a:outerShdw blurRad="50800" dist="38100" dir="2700000" algn="tl" rotWithShape="0">
                  <a:prstClr val="black">
                    <a:alpha val="60000"/>
                  </a:prstClr>
                </a:outerShdw>
              </a:effectLst>
              <a:ex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kern="0">
                  <a:solidFill>
                    <a:srgbClr val="000000"/>
                  </a:solidFill>
                  <a:latin typeface="Calibri"/>
                </a:endParaRPr>
              </a:p>
            </p:txBody>
          </p:sp>
          <p:grpSp>
            <p:nvGrpSpPr>
              <p:cNvPr id="25" name="Diagram 2"/>
              <p:cNvGrpSpPr>
                <a:grpSpLocks/>
              </p:cNvGrpSpPr>
              <p:nvPr/>
            </p:nvGrpSpPr>
            <p:grpSpPr bwMode="auto">
              <a:xfrm>
                <a:off x="4688210" y="2711954"/>
                <a:ext cx="2319340" cy="2089152"/>
                <a:chOff x="2613" y="2011"/>
                <a:chExt cx="1461" cy="1316"/>
              </a:xfrm>
            </p:grpSpPr>
            <p:sp>
              <p:nvSpPr>
                <p:cNvPr id="26" name="_s3076"/>
                <p:cNvSpPr>
                  <a:spLocks noChangeArrowheads="1" noTextEdit="1"/>
                </p:cNvSpPr>
                <p:nvPr/>
              </p:nvSpPr>
              <p:spPr bwMode="auto">
                <a:xfrm>
                  <a:off x="3001" y="2011"/>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9966FF"/>
                </a:solidFill>
                <a:ln w="28575">
                  <a:solidFill>
                    <a:srgbClr val="5F0FFF"/>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27" name="_s3077"/>
                <p:cNvSpPr>
                  <a:spLocks noChangeArrowheads="1" noTextEdit="1"/>
                </p:cNvSpPr>
                <p:nvPr/>
              </p:nvSpPr>
              <p:spPr bwMode="auto">
                <a:xfrm rot="3600000">
                  <a:off x="3274" y="2170"/>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F1FD09"/>
                </a:solidFill>
                <a:ln w="28575">
                  <a:solidFill>
                    <a:srgbClr val="CAD402"/>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28" name="_s3078"/>
                <p:cNvSpPr>
                  <a:spLocks noChangeArrowheads="1" noTextEdit="1"/>
                </p:cNvSpPr>
                <p:nvPr/>
              </p:nvSpPr>
              <p:spPr bwMode="auto">
                <a:xfrm rot="7200000">
                  <a:off x="3274" y="2485"/>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0399FF"/>
                </a:solidFill>
                <a:ln w="28575">
                  <a:solidFill>
                    <a:srgbClr val="4B595B"/>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29" name="_s3079"/>
                <p:cNvSpPr>
                  <a:spLocks noChangeArrowheads="1" noTextEdit="1"/>
                </p:cNvSpPr>
                <p:nvPr/>
              </p:nvSpPr>
              <p:spPr bwMode="auto">
                <a:xfrm rot="10800000">
                  <a:off x="3001" y="2642"/>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FF00FF"/>
                </a:solidFill>
                <a:ln w="28575">
                  <a:solidFill>
                    <a:srgbClr val="CA00CA"/>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30" name="_s3080"/>
                <p:cNvSpPr>
                  <a:spLocks noChangeArrowheads="1" noTextEdit="1"/>
                </p:cNvSpPr>
                <p:nvPr/>
              </p:nvSpPr>
              <p:spPr bwMode="auto">
                <a:xfrm rot="14400000">
                  <a:off x="2728" y="2485"/>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01BD0A"/>
                </a:solidFill>
                <a:ln w="28575">
                  <a:solidFill>
                    <a:srgbClr val="019308"/>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31" name="_s3081"/>
                <p:cNvSpPr>
                  <a:spLocks noChangeArrowheads="1" noTextEdit="1"/>
                </p:cNvSpPr>
                <p:nvPr/>
              </p:nvSpPr>
              <p:spPr bwMode="auto">
                <a:xfrm rot="18000000">
                  <a:off x="2728" y="2170"/>
                  <a:ext cx="685" cy="685"/>
                </a:xfrm>
                <a:custGeom>
                  <a:avLst/>
                  <a:gdLst>
                    <a:gd name="G0" fmla="+- -5570560 0 0"/>
                    <a:gd name="G1" fmla="+- -7208960 0 0"/>
                    <a:gd name="G2" fmla="+- -5570560 0 -7208960"/>
                    <a:gd name="G3" fmla="+- 10800 0 0"/>
                    <a:gd name="G4" fmla="+- 0 0 -5570560"/>
                    <a:gd name="T0" fmla="*/ 360 256 1"/>
                    <a:gd name="T1" fmla="*/ 0 256 1"/>
                    <a:gd name="G5" fmla="+- G2 T0 T1"/>
                    <a:gd name="G6" fmla="?: G2 G2 G5"/>
                    <a:gd name="G7" fmla="+- 0 0 G6"/>
                    <a:gd name="G8" fmla="+- 7200 0 0"/>
                    <a:gd name="G9" fmla="+- 0 0 -7208960"/>
                    <a:gd name="G10" fmla="+- 7200 0 2700"/>
                    <a:gd name="G11" fmla="cos G10 -5570560"/>
                    <a:gd name="G12" fmla="sin G10 -5570560"/>
                    <a:gd name="G13" fmla="cos 13500 -5570560"/>
                    <a:gd name="G14" fmla="sin 13500 -5570560"/>
                    <a:gd name="G15" fmla="+- G11 10800 0"/>
                    <a:gd name="G16" fmla="+- G12 10800 0"/>
                    <a:gd name="G17" fmla="+- G13 10800 0"/>
                    <a:gd name="G18" fmla="+- G14 10800 0"/>
                    <a:gd name="G19" fmla="*/ 7200 1 2"/>
                    <a:gd name="G20" fmla="+- G19 5400 0"/>
                    <a:gd name="G21" fmla="cos G20 -5570560"/>
                    <a:gd name="G22" fmla="sin G20 -5570560"/>
                    <a:gd name="G23" fmla="+- G21 10800 0"/>
                    <a:gd name="G24" fmla="+- G12 G23 G22"/>
                    <a:gd name="G25" fmla="+- G22 G23 G11"/>
                    <a:gd name="G26" fmla="cos 10800 -5570560"/>
                    <a:gd name="G27" fmla="sin 10800 -5570560"/>
                    <a:gd name="G28" fmla="cos 7200 -5570560"/>
                    <a:gd name="G29" fmla="sin 7200 -5570560"/>
                    <a:gd name="G30" fmla="+- G26 10800 0"/>
                    <a:gd name="G31" fmla="+- G27 10800 0"/>
                    <a:gd name="G32" fmla="+- G28 10800 0"/>
                    <a:gd name="G33" fmla="+- G29 10800 0"/>
                    <a:gd name="G34" fmla="+- G19 5400 0"/>
                    <a:gd name="G35" fmla="cos G34 -7208960"/>
                    <a:gd name="G36" fmla="sin G34 -7208960"/>
                    <a:gd name="G37" fmla="+/ -7208960 -5570560 2"/>
                    <a:gd name="T2" fmla="*/ 180 256 1"/>
                    <a:gd name="T3" fmla="*/ 0 256 1"/>
                    <a:gd name="G38" fmla="+- G37 T2 T3"/>
                    <a:gd name="G39" fmla="?: G2 G37 G38"/>
                    <a:gd name="G40" fmla="cos 10800 G39"/>
                    <a:gd name="G41" fmla="sin 10800 G39"/>
                    <a:gd name="G42" fmla="cos 7200 G39"/>
                    <a:gd name="G43" fmla="sin 7200 G39"/>
                    <a:gd name="G44" fmla="+- G40 10800 0"/>
                    <a:gd name="G45" fmla="+- G41 10800 0"/>
                    <a:gd name="G46" fmla="+- G42 10800 0"/>
                    <a:gd name="G47" fmla="+- G43 10800 0"/>
                    <a:gd name="G48" fmla="+- G35 10800 0"/>
                    <a:gd name="G49" fmla="+- G36 10800 0"/>
                    <a:gd name="T4" fmla="*/ 9390 w 21600"/>
                    <a:gd name="T5" fmla="*/ 92 h 21600"/>
                    <a:gd name="T6" fmla="*/ 7721 w 21600"/>
                    <a:gd name="T7" fmla="*/ 2342 h 21600"/>
                    <a:gd name="T8" fmla="*/ 9860 w 21600"/>
                    <a:gd name="T9" fmla="*/ 3661 h 21600"/>
                    <a:gd name="T10" fmla="*/ 11976 w 21600"/>
                    <a:gd name="T11" fmla="*/ -2649 h 21600"/>
                    <a:gd name="T12" fmla="*/ 16067 w 21600"/>
                    <a:gd name="T13" fmla="*/ 2226 h 21600"/>
                    <a:gd name="T14" fmla="*/ 11192 w 21600"/>
                    <a:gd name="T15" fmla="*/ 6317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1427" y="3627"/>
                      </a:moveTo>
                      <a:cubicBezTo>
                        <a:pt x="11218" y="3609"/>
                        <a:pt x="11009" y="3600"/>
                        <a:pt x="10800" y="3600"/>
                      </a:cubicBezTo>
                      <a:cubicBezTo>
                        <a:pt x="9960" y="3599"/>
                        <a:pt x="9126" y="3746"/>
                        <a:pt x="8337" y="4034"/>
                      </a:cubicBezTo>
                      <a:lnTo>
                        <a:pt x="7106" y="651"/>
                      </a:lnTo>
                      <a:cubicBezTo>
                        <a:pt x="8290" y="220"/>
                        <a:pt x="9540" y="-1"/>
                        <a:pt x="10800" y="0"/>
                      </a:cubicBezTo>
                      <a:cubicBezTo>
                        <a:pt x="11114" y="0"/>
                        <a:pt x="11428" y="13"/>
                        <a:pt x="11741" y="41"/>
                      </a:cubicBezTo>
                      <a:lnTo>
                        <a:pt x="11976" y="-2649"/>
                      </a:lnTo>
                      <a:lnTo>
                        <a:pt x="16067" y="2226"/>
                      </a:lnTo>
                      <a:lnTo>
                        <a:pt x="11192" y="6317"/>
                      </a:lnTo>
                      <a:lnTo>
                        <a:pt x="11427" y="3627"/>
                      </a:lnTo>
                      <a:close/>
                    </a:path>
                  </a:pathLst>
                </a:custGeom>
                <a:solidFill>
                  <a:srgbClr val="FF0000"/>
                </a:solidFill>
                <a:ln w="28575">
                  <a:solidFill>
                    <a:srgbClr val="BE0000"/>
                  </a:solidFill>
                  <a:miter lim="800000"/>
                  <a:headEnd/>
                  <a:tailEnd/>
                </a:ln>
              </p:spPr>
              <p:txBody>
                <a:bodyPr vert="horz" wrap="squar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32" name="_s3082"/>
                <p:cNvSpPr>
                  <a:spLocks noChangeArrowheads="1"/>
                </p:cNvSpPr>
                <p:nvPr/>
              </p:nvSpPr>
              <p:spPr bwMode="auto">
                <a:xfrm>
                  <a:off x="3517" y="2019"/>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3" name="_s3083"/>
                <p:cNvSpPr>
                  <a:spLocks noChangeArrowheads="1"/>
                </p:cNvSpPr>
                <p:nvPr/>
              </p:nvSpPr>
              <p:spPr bwMode="auto">
                <a:xfrm>
                  <a:off x="3819" y="2541"/>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4" name="_s3084"/>
                <p:cNvSpPr>
                  <a:spLocks noChangeArrowheads="1"/>
                </p:cNvSpPr>
                <p:nvPr/>
              </p:nvSpPr>
              <p:spPr bwMode="auto">
                <a:xfrm>
                  <a:off x="3518" y="3063"/>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5" name="_s3085"/>
                <p:cNvSpPr>
                  <a:spLocks noChangeArrowheads="1"/>
                </p:cNvSpPr>
                <p:nvPr/>
              </p:nvSpPr>
              <p:spPr bwMode="auto">
                <a:xfrm>
                  <a:off x="2915" y="3064"/>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6" name="_s3086"/>
                <p:cNvSpPr>
                  <a:spLocks noChangeArrowheads="1"/>
                </p:cNvSpPr>
                <p:nvPr/>
              </p:nvSpPr>
              <p:spPr bwMode="auto">
                <a:xfrm>
                  <a:off x="2613" y="2542"/>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sp>
              <p:nvSpPr>
                <p:cNvPr id="37" name="_s3087"/>
                <p:cNvSpPr>
                  <a:spLocks noChangeArrowheads="1"/>
                </p:cNvSpPr>
                <p:nvPr/>
              </p:nvSpPr>
              <p:spPr bwMode="auto">
                <a:xfrm>
                  <a:off x="2914" y="2019"/>
                  <a:ext cx="25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endParaRPr lang="en-US" sz="200" kern="0">
                    <a:solidFill>
                      <a:srgbClr val="000000"/>
                    </a:solidFill>
                    <a:latin typeface="Times New Roman" pitchFamily="18" charset="0"/>
                  </a:endParaRPr>
                </a:p>
              </p:txBody>
            </p:sp>
          </p:grpSp>
        </p:grpSp>
        <p:sp>
          <p:nvSpPr>
            <p:cNvPr id="9" name="Rectangle 36"/>
            <p:cNvSpPr>
              <a:spLocks noChangeArrowheads="1"/>
            </p:cNvSpPr>
            <p:nvPr/>
          </p:nvSpPr>
          <p:spPr bwMode="auto">
            <a:xfrm>
              <a:off x="2106619" y="1802662"/>
              <a:ext cx="1532773" cy="900112"/>
            </a:xfrm>
            <a:prstGeom prst="rect">
              <a:avLst/>
            </a:prstGeom>
            <a:solidFill>
              <a:srgbClr val="9BBB59"/>
            </a:solidFill>
            <a:ln w="9525">
              <a:noFill/>
              <a:miter lim="800000"/>
              <a:headEnd/>
              <a:tailEnd/>
            </a:ln>
            <a:effectLst>
              <a:outerShdw blurRad="50800" dist="38100" dir="2700000" algn="tl" rotWithShape="0">
                <a:prstClr val="black">
                  <a:alpha val="40000"/>
                </a:prstClr>
              </a:outerShdw>
            </a:effectLst>
          </p:spPr>
          <p:txBody>
            <a:bodyPr wrap="none" anchor="ct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kern="0" dirty="0">
                  <a:solidFill>
                    <a:prstClr val="white"/>
                  </a:solidFill>
                  <a:latin typeface="Calibri"/>
                </a:rPr>
                <a:t>Iteration </a:t>
              </a:r>
              <a:br>
                <a:rPr lang="en-US" sz="2000" b="1" kern="0" dirty="0">
                  <a:solidFill>
                    <a:prstClr val="white"/>
                  </a:solidFill>
                  <a:latin typeface="Calibri"/>
                </a:rPr>
              </a:br>
              <a:r>
                <a:rPr lang="en-US" sz="2000" b="1" kern="0" dirty="0">
                  <a:solidFill>
                    <a:prstClr val="white"/>
                  </a:solidFill>
                  <a:latin typeface="Calibri"/>
                </a:rPr>
                <a:t>planning</a:t>
              </a:r>
            </a:p>
          </p:txBody>
        </p:sp>
      </p:grpSp>
      <p:grpSp>
        <p:nvGrpSpPr>
          <p:cNvPr id="38" name="Gruppieren 37"/>
          <p:cNvGrpSpPr/>
          <p:nvPr/>
        </p:nvGrpSpPr>
        <p:grpSpPr>
          <a:xfrm>
            <a:off x="2411760" y="2951161"/>
            <a:ext cx="2565126" cy="1973046"/>
            <a:chOff x="2555776" y="1896740"/>
            <a:chExt cx="2565126" cy="1973046"/>
          </a:xfrm>
          <a:solidFill>
            <a:sysClr val="window" lastClr="FFFFFF"/>
          </a:solidFill>
        </p:grpSpPr>
        <p:sp>
          <p:nvSpPr>
            <p:cNvPr id="39" name="Line 12"/>
            <p:cNvSpPr>
              <a:spLocks noChangeShapeType="1"/>
            </p:cNvSpPr>
            <p:nvPr/>
          </p:nvSpPr>
          <p:spPr bwMode="auto">
            <a:xfrm flipV="1">
              <a:off x="4139952" y="1896740"/>
              <a:ext cx="0" cy="882900"/>
            </a:xfrm>
            <a:prstGeom prst="line">
              <a:avLst/>
            </a:prstGeom>
            <a:grpFill/>
            <a:ln w="19050">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40" name="Text Box 15"/>
            <p:cNvSpPr txBox="1">
              <a:spLocks noChangeArrowheads="1"/>
            </p:cNvSpPr>
            <p:nvPr/>
          </p:nvSpPr>
          <p:spPr bwMode="auto">
            <a:xfrm>
              <a:off x="2555776" y="2669457"/>
              <a:ext cx="2565126" cy="1200329"/>
            </a:xfrm>
            <a:prstGeom prst="rect">
              <a:avLst/>
            </a:prstGeom>
            <a:grpFill/>
            <a:ln w="9525">
              <a:solidFill>
                <a:srgbClr val="000000"/>
              </a:solidFill>
              <a:prstDash val="dash"/>
              <a:miter lim="800000"/>
              <a:headEnd/>
              <a:tailEnd/>
            </a:ln>
            <a:effectLst/>
            <a:extLst/>
          </p:spPr>
          <p:txBody>
            <a:bodyPr wrap="none">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b="1" u="sng" kern="0" dirty="0">
                  <a:solidFill>
                    <a:srgbClr val="000000"/>
                  </a:solidFill>
                  <a:latin typeface="Source Code Pro Semibold" panose="020B0609030403020204" pitchFamily="49" charset="0"/>
                </a:rPr>
                <a:t>Prepare work:</a:t>
              </a:r>
            </a:p>
            <a:p>
              <a:pPr marL="285750" lvl="0" indent="-285750">
                <a:buFont typeface="Arial" panose="020B0604020202020204" pitchFamily="34" charset="0"/>
                <a:buChar char="•"/>
                <a:defRPr/>
              </a:pPr>
              <a:r>
                <a:rPr lang="en-US" kern="0" dirty="0">
                  <a:solidFill>
                    <a:srgbClr val="000000"/>
                  </a:solidFill>
                  <a:latin typeface="Source Code Pro Semibold" panose="020B0609030403020204" pitchFamily="49" charset="0"/>
                </a:rPr>
                <a:t>Create merge </a:t>
              </a:r>
              <a:br>
                <a:rPr lang="en-US" kern="0" dirty="0">
                  <a:solidFill>
                    <a:srgbClr val="000000"/>
                  </a:solidFill>
                  <a:latin typeface="Source Code Pro Semibold" panose="020B0609030403020204" pitchFamily="49" charset="0"/>
                </a:rPr>
              </a:br>
              <a:r>
                <a:rPr lang="en-US" kern="0" dirty="0">
                  <a:solidFill>
                    <a:srgbClr val="000000"/>
                  </a:solidFill>
                  <a:latin typeface="Source Code Pro Semibold" panose="020B0609030403020204" pitchFamily="49" charset="0"/>
                </a:rPr>
                <a:t>request</a:t>
              </a:r>
            </a:p>
            <a:p>
              <a:pPr marL="285750" lvl="0" indent="-285750">
                <a:buFont typeface="Arial" panose="020B0604020202020204" pitchFamily="34" charset="0"/>
                <a:buChar char="•"/>
                <a:defRPr/>
              </a:pPr>
              <a:r>
                <a:rPr lang="en-US" kern="0" dirty="0">
                  <a:solidFill>
                    <a:srgbClr val="000000"/>
                  </a:solidFill>
                  <a:latin typeface="Source Code Pro Semibold" panose="020B0609030403020204" pitchFamily="49" charset="0"/>
                </a:rPr>
                <a:t>Pull new branch</a:t>
              </a:r>
            </a:p>
          </p:txBody>
        </p:sp>
      </p:grpSp>
      <p:grpSp>
        <p:nvGrpSpPr>
          <p:cNvPr id="41" name="Gruppieren 40"/>
          <p:cNvGrpSpPr/>
          <p:nvPr/>
        </p:nvGrpSpPr>
        <p:grpSpPr>
          <a:xfrm>
            <a:off x="6628227" y="555526"/>
            <a:ext cx="2408265" cy="1903556"/>
            <a:chOff x="6639791" y="2490753"/>
            <a:chExt cx="1621944" cy="1903556"/>
          </a:xfrm>
          <a:solidFill>
            <a:sysClr val="window" lastClr="FFFFFF"/>
          </a:solidFill>
        </p:grpSpPr>
        <p:sp>
          <p:nvSpPr>
            <p:cNvPr id="42" name="Text Box 34"/>
            <p:cNvSpPr txBox="1">
              <a:spLocks noChangeArrowheads="1"/>
            </p:cNvSpPr>
            <p:nvPr/>
          </p:nvSpPr>
          <p:spPr bwMode="auto">
            <a:xfrm>
              <a:off x="6639791" y="2490753"/>
              <a:ext cx="1621944" cy="1683780"/>
            </a:xfrm>
            <a:prstGeom prst="rect">
              <a:avLst/>
            </a:prstGeom>
            <a:grpFill/>
            <a:ln w="9525">
              <a:solidFill>
                <a:srgbClr val="000000"/>
              </a:solidFill>
              <a:prstDash val="dash"/>
              <a:miter lim="800000"/>
              <a:headEnd/>
              <a:tailEnd/>
            </a:ln>
            <a:effectLst/>
            <a:extLst/>
          </p:spPr>
          <p:txBody>
            <a:bodyPr wrap="square">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b="1" u="sng" kern="0" dirty="0">
                  <a:solidFill>
                    <a:srgbClr val="000000"/>
                  </a:solidFill>
                  <a:latin typeface="Source Code Pro Semibold" panose="020B0609030403020204" pitchFamily="49" charset="0"/>
                </a:rPr>
                <a:t>Finished when:</a:t>
              </a:r>
            </a:p>
            <a:p>
              <a:pPr marL="285750" indent="-285750">
                <a:buFont typeface="Arial" panose="020B0604020202020204" pitchFamily="34" charset="0"/>
                <a:buChar char="•"/>
                <a:defRPr/>
              </a:pPr>
              <a:r>
                <a:rPr lang="en-US" u="sng" kern="0" dirty="0">
                  <a:solidFill>
                    <a:srgbClr val="000000"/>
                  </a:solidFill>
                  <a:latin typeface="Source Code Pro Semibold" panose="020B0609030403020204" pitchFamily="49" charset="0"/>
                </a:rPr>
                <a:t>Integration build &amp; code review passed</a:t>
              </a:r>
            </a:p>
            <a:p>
              <a:pPr marL="285750" indent="-285750">
                <a:buFont typeface="Arial" panose="020B0604020202020204" pitchFamily="34" charset="0"/>
                <a:buChar char="•"/>
                <a:defRPr/>
              </a:pPr>
              <a:r>
                <a:rPr lang="en-US" kern="0" dirty="0">
                  <a:solidFill>
                    <a:srgbClr val="000000"/>
                  </a:solidFill>
                  <a:latin typeface="Source Code Pro Semibold" panose="020B0609030403020204" pitchFamily="49" charset="0"/>
                </a:rPr>
                <a:t>Merged into main</a:t>
              </a:r>
              <a:endParaRPr lang="en-US" u="sng" kern="0" dirty="0">
                <a:solidFill>
                  <a:srgbClr val="000000"/>
                </a:solidFill>
                <a:latin typeface="Source Code Pro Semibold" panose="020B0609030403020204" pitchFamily="49" charset="0"/>
              </a:endParaRPr>
            </a:p>
          </p:txBody>
        </p:sp>
        <p:sp>
          <p:nvSpPr>
            <p:cNvPr id="43" name="Line 35"/>
            <p:cNvSpPr>
              <a:spLocks noChangeShapeType="1"/>
            </p:cNvSpPr>
            <p:nvPr/>
          </p:nvSpPr>
          <p:spPr bwMode="auto">
            <a:xfrm flipH="1">
              <a:off x="7022455" y="4181194"/>
              <a:ext cx="0" cy="213115"/>
            </a:xfrm>
            <a:prstGeom prst="line">
              <a:avLst/>
            </a:prstGeom>
            <a:grpFill/>
            <a:ln w="19050">
              <a:solidFill>
                <a:srgbClr val="00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grpSp>
      <p:grpSp>
        <p:nvGrpSpPr>
          <p:cNvPr id="44" name="Gruppieren 43"/>
          <p:cNvGrpSpPr/>
          <p:nvPr/>
        </p:nvGrpSpPr>
        <p:grpSpPr>
          <a:xfrm>
            <a:off x="3131840" y="750645"/>
            <a:ext cx="3060072" cy="2109209"/>
            <a:chOff x="2635312" y="2079099"/>
            <a:chExt cx="4312746" cy="2109209"/>
          </a:xfrm>
        </p:grpSpPr>
        <p:sp>
          <p:nvSpPr>
            <p:cNvPr id="46" name="Line 17"/>
            <p:cNvSpPr>
              <a:spLocks noChangeShapeType="1"/>
            </p:cNvSpPr>
            <p:nvPr/>
          </p:nvSpPr>
          <p:spPr bwMode="auto">
            <a:xfrm flipH="1">
              <a:off x="5743510" y="3279428"/>
              <a:ext cx="0" cy="908880"/>
            </a:xfrm>
            <a:prstGeom prst="line">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de-DE" kern="0">
                <a:solidFill>
                  <a:srgbClr val="000000"/>
                </a:solidFill>
                <a:latin typeface="Calibri"/>
              </a:endParaRPr>
            </a:p>
          </p:txBody>
        </p:sp>
        <p:sp>
          <p:nvSpPr>
            <p:cNvPr id="45" name="Text Box 16"/>
            <p:cNvSpPr txBox="1">
              <a:spLocks noChangeArrowheads="1"/>
            </p:cNvSpPr>
            <p:nvPr/>
          </p:nvSpPr>
          <p:spPr bwMode="auto">
            <a:xfrm>
              <a:off x="2635312" y="2079099"/>
              <a:ext cx="4312746" cy="1200329"/>
            </a:xfrm>
            <a:prstGeom prst="rect">
              <a:avLst/>
            </a:prstGeom>
            <a:solidFill>
              <a:sysClr val="window" lastClr="FFFFFF">
                <a:alpha val="50000"/>
              </a:sysClr>
            </a:solidFill>
            <a:ln w="9525">
              <a:solidFill>
                <a:srgbClr val="000000"/>
              </a:solidFill>
              <a:prstDash val="dash"/>
              <a:miter lim="800000"/>
              <a:headEnd/>
              <a:tailEnd/>
            </a:ln>
            <a:effectLst/>
            <a:extLst/>
          </p:spPr>
          <p:txBody>
            <a:bodyPr wrap="none">
              <a:no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b="1" u="sng" kern="0" dirty="0">
                  <a:solidFill>
                    <a:srgbClr val="000000"/>
                  </a:solidFill>
                  <a:latin typeface="Source Code Pro Semibold" panose="020B0609030403020204" pitchFamily="49" charset="0"/>
                </a:rPr>
                <a:t>Daily Work</a:t>
              </a:r>
              <a:r>
                <a:rPr lang="en-US" b="1" u="sng" kern="0" dirty="0">
                  <a:solidFill>
                    <a:srgbClr val="000000"/>
                  </a:solidFill>
                  <a:latin typeface="Courier New" pitchFamily="49" charset="0"/>
                </a:rPr>
                <a:t>:</a:t>
              </a:r>
              <a:endParaRPr lang="en-US" b="1" kern="0" dirty="0">
                <a:solidFill>
                  <a:srgbClr val="000000"/>
                </a:solidFill>
                <a:latin typeface="Courier New" pitchFamily="49" charset="0"/>
              </a:endParaRPr>
            </a:p>
            <a:p>
              <a:pPr marL="285750" lvl="0" indent="-285750">
                <a:buFont typeface="Arial" panose="020B0604020202020204" pitchFamily="34" charset="0"/>
                <a:buChar char="•"/>
                <a:defRPr/>
              </a:pPr>
              <a:r>
                <a:rPr lang="en-US" kern="0" dirty="0" err="1">
                  <a:solidFill>
                    <a:srgbClr val="000000"/>
                  </a:solidFill>
                  <a:latin typeface="Source Code Pro Semibold"/>
                </a:rPr>
                <a:t>git</a:t>
              </a:r>
              <a:r>
                <a:rPr lang="en-US" kern="0" dirty="0">
                  <a:solidFill>
                    <a:srgbClr val="000000"/>
                  </a:solidFill>
                  <a:latin typeface="Source Code Pro Semibold"/>
                </a:rPr>
                <a:t> add/commit/push</a:t>
              </a:r>
            </a:p>
            <a:p>
              <a:pPr marL="285750" lvl="0" indent="-285750">
                <a:buFont typeface="Arial" panose="020B0604020202020204" pitchFamily="34" charset="0"/>
                <a:buChar char="•"/>
                <a:defRPr/>
              </a:pPr>
              <a:r>
                <a:rPr lang="en-US" kern="0" dirty="0">
                  <a:solidFill>
                    <a:srgbClr val="000000"/>
                  </a:solidFill>
                  <a:latin typeface="Source Code Pro Semibold"/>
                </a:rPr>
                <a:t>make audit</a:t>
              </a:r>
            </a:p>
            <a:p>
              <a:pPr marL="285750" lvl="0" indent="-285750">
                <a:buFont typeface="Arial" panose="020B0604020202020204" pitchFamily="34" charset="0"/>
                <a:buChar char="•"/>
                <a:defRPr/>
              </a:pPr>
              <a:r>
                <a:rPr lang="en-US" kern="0" dirty="0">
                  <a:solidFill>
                    <a:srgbClr val="000000"/>
                  </a:solidFill>
                  <a:latin typeface="Source Code Pro Semibold"/>
                </a:rPr>
                <a:t>Integration build</a:t>
              </a:r>
            </a:p>
          </p:txBody>
        </p:sp>
      </p:grpSp>
    </p:spTree>
    <p:extLst>
      <p:ext uri="{BB962C8B-B14F-4D97-AF65-F5344CB8AC3E}">
        <p14:creationId xmlns:p14="http://schemas.microsoft.com/office/powerpoint/2010/main" val="1102380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Let us start </a:t>
            </a:r>
            <a:r>
              <a:rPr lang="en-US" dirty="0">
                <a:sym typeface="Wingdings" panose="05000000000000000000" pitchFamily="2" charset="2"/>
              </a:rPr>
              <a:t></a:t>
            </a:r>
            <a:endParaRPr lang="en-US" dirty="0"/>
          </a:p>
        </p:txBody>
      </p:sp>
      <p:pic>
        <p:nvPicPr>
          <p:cNvPr id="47" name="Picture 6" descr="women, laptops, around, table photo, School, Coding, Software development, Education, Teacher, adult, table, group of people, communication, business, sitting, young adult, wireless technology, young women, technology, indoors, laptop, females, computer, using laptop, connection, people, togetherness, 4K, CC0, public domain, royalty f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2967" y="1203598"/>
            <a:ext cx="5289681" cy="35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253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de-DE" dirty="0"/>
              <a:t>Review Meeting</a:t>
            </a:r>
            <a:endParaRPr lang="en-US" dirty="0"/>
          </a:p>
        </p:txBody>
      </p:sp>
      <p:pic>
        <p:nvPicPr>
          <p:cNvPr id="4" name="Picture 4" descr="https://upload.wikimedia.org/wikipedia/commons/thumb/0/01/Icon_stamp_under_Review_textured.svg/1000px-Icon_stamp_under_Review_textured.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1461281"/>
            <a:ext cx="4392488" cy="2420261"/>
          </a:xfrm>
          <a:prstGeom prst="rect">
            <a:avLst/>
          </a:prstGeom>
          <a:noFill/>
          <a:extLst>
            <a:ext uri="{909E8E84-426E-40DD-AFC4-6F175D3DCCD1}">
              <a14:hiddenFill xmlns:a14="http://schemas.microsoft.com/office/drawing/2010/main">
                <a:solidFill>
                  <a:srgbClr val="FFFFFF"/>
                </a:solidFill>
              </a14:hiddenFill>
            </a:ext>
          </a:extLst>
        </p:spPr>
      </p:pic>
      <p:sp>
        <p:nvSpPr>
          <p:cNvPr id="5" name="Textplatzhalter 6"/>
          <p:cNvSpPr txBox="1">
            <a:spLocks/>
          </p:cNvSpPr>
          <p:nvPr/>
        </p:nvSpPr>
        <p:spPr>
          <a:xfrm>
            <a:off x="486001" y="1591200"/>
            <a:ext cx="3941984" cy="2204686"/>
          </a:xfrm>
          <a:prstGeom prst="rect">
            <a:avLst/>
          </a:prstGeom>
        </p:spPr>
        <p:txBody>
          <a:bodyPr/>
          <a:lstStyle>
            <a:lvl1pPr marL="180975" marR="0" indent="-180975" algn="l" defTabSz="179705">
              <a:lnSpc>
                <a:spcPts val="1800"/>
              </a:lnSpc>
              <a:spcBef>
                <a:spcPts val="1100"/>
              </a:spcBef>
              <a:spcAft>
                <a:spcPts val="0"/>
              </a:spcAft>
              <a:buClr>
                <a:schemeClr val="accent3"/>
              </a:buClr>
              <a:buSzTx/>
              <a:buFont typeface="Wingdings"/>
              <a:buChar char="§"/>
              <a:defRPr sz="1600" b="0" i="0" u="none" strike="noStrike" spc="0">
                <a:solidFill>
                  <a:schemeClr val="tx1"/>
                </a:solidFill>
                <a:latin typeface="Arial"/>
                <a:ea typeface="Arial"/>
                <a:cs typeface="Arial"/>
              </a:defRPr>
            </a:lvl1pPr>
            <a:lvl2pPr marL="360680" marR="0" indent="-179705"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2pPr>
            <a:lvl3pPr marL="541655" marR="0" indent="-180975"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3pPr>
            <a:lvl4pPr marL="714375" marR="0" indent="-174625"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4pPr>
            <a:lvl5pPr marL="1000125" marR="0" indent="-285750" algn="l" defTabSz="914400">
              <a:lnSpc>
                <a:spcPct val="100000"/>
              </a:lnSpc>
              <a:spcBef>
                <a:spcPts val="0"/>
              </a:spcBef>
              <a:spcAft>
                <a:spcPts val="0"/>
              </a:spcAft>
              <a:buClr>
                <a:schemeClr val="accent3"/>
              </a:buClr>
              <a:buSzTx/>
              <a:buFont typeface="Wingdings"/>
              <a:buChar char="§"/>
              <a:defRPr sz="1600" b="0" i="0" u="none" strike="noStrike" spc="0">
                <a:solidFill>
                  <a:schemeClr val="tx1"/>
                </a:solidFill>
                <a:latin typeface="Arial"/>
                <a:ea typeface="Arial"/>
                <a:cs typeface="Arial"/>
              </a:defRPr>
            </a:lvl5pPr>
            <a:lvl6pPr marL="2286000" marR="0" indent="0" algn="l" defTabSz="914400">
              <a:lnSpc>
                <a:spcPct val="100000"/>
              </a:lnSpc>
              <a:spcBef>
                <a:spcPts val="0"/>
              </a:spcBef>
              <a:spcAft>
                <a:spcPts val="0"/>
              </a:spcAft>
              <a:buNone/>
              <a:defRPr sz="2000" b="0" i="0" u="none" strike="noStrike" spc="0">
                <a:solidFill>
                  <a:schemeClr val="tx1"/>
                </a:solidFill>
                <a:latin typeface="Arial"/>
                <a:ea typeface="Arial"/>
                <a:cs typeface="Arial"/>
              </a:defRPr>
            </a:lvl6pPr>
            <a:lvl7pPr marL="29718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7pPr>
            <a:lvl8pPr marL="34290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8pPr>
            <a:lvl9pPr marL="3886200" marR="0" indent="-228600" algn="l" defTabSz="914400">
              <a:lnSpc>
                <a:spcPct val="100000"/>
              </a:lnSpc>
              <a:spcBef>
                <a:spcPts val="0"/>
              </a:spcBef>
              <a:spcAft>
                <a:spcPts val="0"/>
              </a:spcAft>
              <a:buClrTx/>
              <a:buSzTx/>
              <a:buFont typeface="Arial"/>
              <a:buChar char="•"/>
              <a:defRPr sz="2000" b="0" i="0" u="none" strike="noStrike" spc="0">
                <a:solidFill>
                  <a:schemeClr val="tx1"/>
                </a:solidFill>
                <a:latin typeface="Arial"/>
                <a:ea typeface="Arial"/>
                <a:cs typeface="Arial"/>
              </a:defRPr>
            </a:lvl9pPr>
          </a:lstStyle>
          <a:p>
            <a:pPr marL="342900" indent="-342900">
              <a:spcBef>
                <a:spcPts val="0"/>
              </a:spcBef>
              <a:spcAft>
                <a:spcPts val="2400"/>
              </a:spcAft>
              <a:buFont typeface="+mj-lt"/>
              <a:buAutoNum type="arabicPeriod"/>
            </a:pPr>
            <a:r>
              <a:rPr lang="en-US" sz="2000" dirty="0"/>
              <a:t>Check all tasks</a:t>
            </a:r>
          </a:p>
          <a:p>
            <a:pPr marL="342900" indent="-342900">
              <a:spcBef>
                <a:spcPts val="0"/>
              </a:spcBef>
              <a:spcAft>
                <a:spcPts val="2400"/>
              </a:spcAft>
              <a:buFont typeface="+mj-lt"/>
              <a:buAutoNum type="arabicPeriod"/>
            </a:pPr>
            <a:r>
              <a:rPr lang="en-US" sz="2000" dirty="0"/>
              <a:t>Check latest snapshot build</a:t>
            </a:r>
          </a:p>
          <a:p>
            <a:pPr marL="342900" indent="-342900">
              <a:spcBef>
                <a:spcPts val="0"/>
              </a:spcBef>
              <a:spcAft>
                <a:spcPts val="2400"/>
              </a:spcAft>
              <a:buFont typeface="+mj-lt"/>
              <a:buAutoNum type="arabicPeriod"/>
            </a:pPr>
            <a:r>
              <a:rPr lang="en-US" sz="2000" dirty="0"/>
              <a:t>Download latest snapshot artifacts and check it locally</a:t>
            </a:r>
          </a:p>
          <a:p>
            <a:pPr marL="342900" indent="-342900">
              <a:spcBef>
                <a:spcPts val="0"/>
              </a:spcBef>
              <a:spcAft>
                <a:spcPts val="2400"/>
              </a:spcAft>
              <a:buFont typeface="+mj-lt"/>
              <a:buAutoNum type="arabicPeriod"/>
            </a:pPr>
            <a:r>
              <a:rPr lang="en-US" sz="2000" dirty="0"/>
              <a:t>Are we ready to release it?</a:t>
            </a:r>
          </a:p>
        </p:txBody>
      </p:sp>
    </p:spTree>
    <p:extLst>
      <p:ext uri="{BB962C8B-B14F-4D97-AF65-F5344CB8AC3E}">
        <p14:creationId xmlns:p14="http://schemas.microsoft.com/office/powerpoint/2010/main" val="3466261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GB" dirty="0"/>
              <a:t>Live Demonstration: Release Version 1.0.0</a:t>
            </a:r>
            <a:endParaRPr lang="en-US" dirty="0"/>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8" y="1275606"/>
            <a:ext cx="5517153" cy="3324143"/>
          </a:xfrm>
          <a:prstGeom prst="rect">
            <a:avLst/>
          </a:prstGeom>
        </p:spPr>
      </p:pic>
    </p:spTree>
    <p:extLst>
      <p:ext uri="{BB962C8B-B14F-4D97-AF65-F5344CB8AC3E}">
        <p14:creationId xmlns:p14="http://schemas.microsoft.com/office/powerpoint/2010/main" val="1875077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de-DE"/>
          </a:p>
        </p:txBody>
      </p:sp>
      <p:pic>
        <p:nvPicPr>
          <p:cNvPr id="9" name="Picture 4" descr="https://www.dlr.de/media/Portaldata/1/Resources/veranstaltungen/sternstunden/Rosetta_Lander_Phila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911" y="-739387"/>
            <a:ext cx="9601911" cy="7199569"/>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2"/>
          <p:cNvSpPr txBox="1">
            <a:spLocks/>
          </p:cNvSpPr>
          <p:nvPr/>
        </p:nvSpPr>
        <p:spPr>
          <a:xfrm>
            <a:off x="257044" y="51470"/>
            <a:ext cx="8172000" cy="738187"/>
          </a:xfrm>
          <a:prstGeom prst="rect">
            <a:avLst/>
          </a:prstGeom>
        </p:spPr>
        <p:txBody>
          <a:bodyPr/>
          <a:lstStyle>
            <a:lvl1pPr algn="l" defTabSz="914400" rtl="0" eaLnBrk="1" latinLnBrk="0" hangingPunct="1">
              <a:spcBef>
                <a:spcPct val="0"/>
              </a:spcBef>
              <a:buNone/>
              <a:defRPr sz="2400" b="1" kern="1200">
                <a:solidFill>
                  <a:srgbClr val="686868"/>
                </a:solidFill>
                <a:latin typeface="Arial" pitchFamily="34" charset="0"/>
                <a:ea typeface="+mj-ea"/>
                <a:cs typeface="Arial" pitchFamily="34" charset="0"/>
              </a:defRPr>
            </a:lvl1pPr>
          </a:lstStyle>
          <a:p>
            <a:pPr algn="ctr"/>
            <a:r>
              <a:rPr lang="en-US" sz="4400" dirty="0">
                <a:solidFill>
                  <a:schemeClr val="bg1"/>
                </a:solidFill>
                <a:effectLst>
                  <a:outerShdw blurRad="50800" dist="38100" dir="2700000" algn="tl" rotWithShape="0">
                    <a:prstClr val="black">
                      <a:alpha val="40000"/>
                    </a:prstClr>
                  </a:outerShdw>
                </a:effectLst>
              </a:rPr>
              <a:t>Release 1.0.0 is now available!</a:t>
            </a:r>
            <a:endParaRPr lang="en-US" sz="2000" dirty="0">
              <a:solidFill>
                <a:schemeClr val="bg1"/>
              </a:solidFill>
              <a:effectLst>
                <a:outerShdw blurRad="50800" dist="38100" dir="2700000" algn="tl" rotWithShape="0">
                  <a:prstClr val="black">
                    <a:alpha val="40000"/>
                  </a:prstClr>
                </a:outerShdw>
              </a:effectLst>
            </a:endParaRPr>
          </a:p>
        </p:txBody>
      </p:sp>
    </p:spTree>
    <p:extLst>
      <p:ext uri="{BB962C8B-B14F-4D97-AF65-F5344CB8AC3E}">
        <p14:creationId xmlns:p14="http://schemas.microsoft.com/office/powerpoint/2010/main" val="93705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en-US" dirty="0"/>
              <a:t>Live Demonstration: </a:t>
            </a:r>
            <a:r>
              <a:rPr lang="en-US" dirty="0" err="1"/>
              <a:t>Bugfix</a:t>
            </a:r>
            <a:r>
              <a:rPr lang="en-US" dirty="0"/>
              <a:t> Releases using</a:t>
            </a:r>
            <a:br>
              <a:rPr lang="en-US" dirty="0"/>
            </a:br>
            <a:r>
              <a:rPr lang="en-US" dirty="0"/>
              <a:t>Release Branches and Tags</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8" y="1275606"/>
            <a:ext cx="5517153" cy="3324143"/>
          </a:xfrm>
          <a:prstGeom prst="rect">
            <a:avLst/>
          </a:prstGeom>
        </p:spPr>
      </p:pic>
    </p:spTree>
    <p:extLst>
      <p:ext uri="{BB962C8B-B14F-4D97-AF65-F5344CB8AC3E}">
        <p14:creationId xmlns:p14="http://schemas.microsoft.com/office/powerpoint/2010/main" val="2459082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a:t>Image Credits</a:t>
            </a:r>
          </a:p>
        </p:txBody>
      </p:sp>
      <p:sp>
        <p:nvSpPr>
          <p:cNvPr id="5" name="Textplatzhalter 4"/>
          <p:cNvSpPr>
            <a:spLocks noGrp="1"/>
          </p:cNvSpPr>
          <p:nvPr>
            <p:ph type="body" sz="quarter" idx="12"/>
          </p:nvPr>
        </p:nvSpPr>
        <p:spPr/>
        <p:txBody>
          <a:bodyPr/>
          <a:lstStyle/>
          <a:p>
            <a:pPr>
              <a:spcAft>
                <a:spcPts val="2400"/>
              </a:spcAft>
            </a:pPr>
            <a:r>
              <a:rPr lang="en-US" dirty="0"/>
              <a:t>All content is licensed under </a:t>
            </a:r>
            <a:r>
              <a:rPr lang="en-US" dirty="0">
                <a:hlinkClick r:id="rId2"/>
              </a:rPr>
              <a:t>Attribution 4.0 International (CC BY 4.0)</a:t>
            </a:r>
            <a:r>
              <a:rPr lang="en-US" dirty="0"/>
              <a:t> with the following exceptions:</a:t>
            </a:r>
          </a:p>
          <a:p>
            <a:pPr lvl="1">
              <a:spcAft>
                <a:spcPts val="600"/>
              </a:spcAft>
            </a:pPr>
            <a:r>
              <a:rPr lang="en-US" sz="1400" dirty="0"/>
              <a:t>HIFIS logos / slide layout, © Helmholtz Association of German Research </a:t>
            </a:r>
            <a:r>
              <a:rPr lang="en-US" sz="1400" dirty="0" err="1"/>
              <a:t>Centres</a:t>
            </a:r>
            <a:r>
              <a:rPr lang="en-US" sz="1400" dirty="0"/>
              <a:t>. All rights reserved.</a:t>
            </a:r>
          </a:p>
          <a:p>
            <a:pPr lvl="1">
              <a:spcAft>
                <a:spcPts val="600"/>
              </a:spcAft>
            </a:pPr>
            <a:r>
              <a:rPr lang="en-US" sz="1400" dirty="0"/>
              <a:t>DLR logo, slide 1, © German Aerospace Center. All rights reserved.</a:t>
            </a:r>
          </a:p>
          <a:p>
            <a:pPr lvl="1">
              <a:spcAft>
                <a:spcPts val="600"/>
              </a:spcAft>
            </a:pPr>
            <a:r>
              <a:rPr lang="en-US" sz="1400" dirty="0"/>
              <a:t>OK Button, slides 3/4/11, </a:t>
            </a:r>
            <a:r>
              <a:rPr lang="en-US" sz="1400" dirty="0">
                <a:hlinkClick r:id="rId3"/>
              </a:rPr>
              <a:t>CC0 1.0</a:t>
            </a:r>
            <a:r>
              <a:rPr lang="en-US" sz="1400" dirty="0"/>
              <a:t>, source: </a:t>
            </a:r>
            <a:r>
              <a:rPr lang="en-US" sz="1400" dirty="0">
                <a:hlinkClick r:id="rId4"/>
              </a:rPr>
              <a:t>https://freesvg.org/ok-button</a:t>
            </a:r>
            <a:r>
              <a:rPr lang="en-US" sz="1400" dirty="0"/>
              <a:t> </a:t>
            </a:r>
          </a:p>
          <a:p>
            <a:pPr lvl="1">
              <a:spcAft>
                <a:spcPts val="600"/>
              </a:spcAft>
            </a:pPr>
            <a:r>
              <a:rPr lang="en-US" sz="1400" dirty="0"/>
              <a:t>Women On Laptops Around Table, </a:t>
            </a:r>
            <a:r>
              <a:rPr lang="en-US" sz="1400" dirty="0">
                <a:hlinkClick r:id="rId3"/>
              </a:rPr>
              <a:t>CC0 1.0</a:t>
            </a:r>
            <a:r>
              <a:rPr lang="en-US" sz="1400" dirty="0"/>
              <a:t>, source: </a:t>
            </a:r>
            <a:br>
              <a:rPr lang="en-US" sz="1400" dirty="0"/>
            </a:br>
            <a:r>
              <a:rPr lang="en-US" sz="1400" dirty="0">
                <a:hlinkClick r:id="rId5"/>
              </a:rPr>
              <a:t>https://www.piqsels.com/en/public-domain-photo-zbfba</a:t>
            </a:r>
            <a:r>
              <a:rPr lang="en-US" sz="1400" dirty="0"/>
              <a:t> </a:t>
            </a:r>
          </a:p>
          <a:p>
            <a:pPr lvl="1">
              <a:spcAft>
                <a:spcPts val="600"/>
              </a:spcAft>
            </a:pPr>
            <a:r>
              <a:rPr lang="en-US" sz="1400" dirty="0"/>
              <a:t>Under Review, slide 14, </a:t>
            </a:r>
            <a:r>
              <a:rPr lang="en-US" sz="1400" dirty="0">
                <a:hlinkClick r:id="rId3"/>
              </a:rPr>
              <a:t>CC0 1.0</a:t>
            </a:r>
            <a:r>
              <a:rPr lang="en-US" sz="1400" dirty="0"/>
              <a:t>, source: </a:t>
            </a:r>
            <a:r>
              <a:rPr lang="en-US" sz="1400" dirty="0">
                <a:hlinkClick r:id="rId6"/>
              </a:rPr>
              <a:t>https://commons.wikimedia.org/w/index.php?curid=54697126</a:t>
            </a:r>
            <a:r>
              <a:rPr lang="en-US" sz="1400" dirty="0"/>
              <a:t> </a:t>
            </a:r>
          </a:p>
          <a:p>
            <a:pPr lvl="1">
              <a:spcAft>
                <a:spcPts val="600"/>
              </a:spcAft>
            </a:pPr>
            <a:r>
              <a:rPr lang="en-US" sz="1400" dirty="0"/>
              <a:t>Philae landing on comet 67 P/</a:t>
            </a:r>
            <a:r>
              <a:rPr lang="en-US" sz="1400" dirty="0" err="1"/>
              <a:t>Churyumov-Gerasimenko</a:t>
            </a:r>
            <a:r>
              <a:rPr lang="en-US" sz="1400" dirty="0"/>
              <a:t>, slide 16, image by DLR, </a:t>
            </a:r>
            <a:r>
              <a:rPr lang="de-DE" sz="1400" dirty="0">
                <a:hlinkClick r:id="rId7"/>
              </a:rPr>
              <a:t>CC BY 3.0</a:t>
            </a:r>
            <a:endParaRPr lang="en-US" sz="1400" dirty="0"/>
          </a:p>
        </p:txBody>
      </p:sp>
    </p:spTree>
    <p:extLst>
      <p:ext uri="{BB962C8B-B14F-4D97-AF65-F5344CB8AC3E}">
        <p14:creationId xmlns:p14="http://schemas.microsoft.com/office/powerpoint/2010/main" val="2282791088"/>
      </p:ext>
    </p:extLst>
  </p:cSld>
  <p:clrMapOvr>
    <a:masterClrMapping/>
  </p:clrMapOvr>
</p:sld>
</file>

<file path=ppt/theme/theme1.xml><?xml version="1.0" encoding="utf-8"?>
<a:theme xmlns:a="http://schemas.openxmlformats.org/drawingml/2006/main" name="Presentation">
  <a:themeElements>
    <a:clrScheme name="Presentation 1">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fontScheme name="Presentation">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fontScheme name="Presentation">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esentation">
  <a:themeElements>
    <a:clrScheme name="Presentation 1">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fontScheme name="Presentation">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1F497D"/>
        </a:dk2>
        <a:lt2>
          <a:srgbClr val="EEECE1"/>
        </a:lt2>
        <a:accent1>
          <a:srgbClr val="0A2D6E"/>
        </a:accent1>
        <a:accent2>
          <a:srgbClr val="005AA0"/>
        </a:accent2>
        <a:accent3>
          <a:srgbClr val="8CB423"/>
        </a:accent3>
        <a:accent4>
          <a:srgbClr val="5A696E"/>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644</Words>
  <Application>Microsoft Office PowerPoint</Application>
  <DocSecurity>0</DocSecurity>
  <PresentationFormat>Bildschirmpräsentation (16:9)</PresentationFormat>
  <Paragraphs>153</Paragraphs>
  <Slides>20</Slides>
  <Notes>18</Notes>
  <HiddenSlides>0</HiddenSlides>
  <MMClips>0</MMClips>
  <ScaleCrop>false</ScaleCrop>
  <HeadingPairs>
    <vt:vector size="6" baseType="variant">
      <vt:variant>
        <vt:lpstr>Verwendete Schriftarten</vt:lpstr>
      </vt:variant>
      <vt:variant>
        <vt:i4>8</vt:i4>
      </vt:variant>
      <vt:variant>
        <vt:lpstr>Design</vt:lpstr>
      </vt:variant>
      <vt:variant>
        <vt:i4>3</vt:i4>
      </vt:variant>
      <vt:variant>
        <vt:lpstr>Folientitel</vt:lpstr>
      </vt:variant>
      <vt:variant>
        <vt:i4>20</vt:i4>
      </vt:variant>
    </vt:vector>
  </HeadingPairs>
  <TitlesOfParts>
    <vt:vector size="31" baseType="lpstr">
      <vt:lpstr>ＭＳ Ｐゴシック</vt:lpstr>
      <vt:lpstr>Arial</vt:lpstr>
      <vt:lpstr>Arial Unicode MS</vt:lpstr>
      <vt:lpstr>Calibri</vt:lpstr>
      <vt:lpstr>Courier New</vt:lpstr>
      <vt:lpstr>Source Code Pro Semibold</vt:lpstr>
      <vt:lpstr>Times New Roman</vt:lpstr>
      <vt:lpstr>Wingdings</vt:lpstr>
      <vt:lpstr>Presentation</vt:lpstr>
      <vt:lpstr>Presentation</vt:lpstr>
      <vt:lpstr>Presentation</vt:lpstr>
      <vt:lpstr>Example Project</vt:lpstr>
      <vt:lpstr>Welcome to the Development of Sample Calculator!</vt:lpstr>
      <vt:lpstr>Welcome to the Development of Sample Calculator! Requirements and Constraints</vt:lpstr>
      <vt:lpstr>Welcome to the Development of Sample Calculator!</vt:lpstr>
      <vt:lpstr>Tools used during Development</vt:lpstr>
      <vt:lpstr>Iteration 2 Goals and Current Status</vt:lpstr>
      <vt:lpstr>Envisioned Change Process</vt:lpstr>
      <vt:lpstr>Live Coding: Set up the Issue Tracker</vt:lpstr>
      <vt:lpstr>Live Coding: Set up the Build Pipeline</vt:lpstr>
      <vt:lpstr>Build Script</vt:lpstr>
      <vt:lpstr>Build Script vs. Build Pipeline</vt:lpstr>
      <vt:lpstr>Live Coding: Close Iteration 2</vt:lpstr>
      <vt:lpstr>Iteration 3 Goals and Current Status</vt:lpstr>
      <vt:lpstr>Extended Change Process</vt:lpstr>
      <vt:lpstr>Let us start </vt:lpstr>
      <vt:lpstr>Review Meeting</vt:lpstr>
      <vt:lpstr>Live Demonstration: Release Version 1.0.0</vt:lpstr>
      <vt:lpstr>PowerPoint-Präsentation</vt:lpstr>
      <vt:lpstr>Live Demonstration: Bugfix Releases using Release Branches and Tags</vt:lpstr>
      <vt:lpstr>Image Credits</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 your Research Code as Open Source Software</dc:title>
  <dc:creator>Kurnatowski, Lynn von</dc:creator>
  <cp:lastModifiedBy>Schlauch, Tobias</cp:lastModifiedBy>
  <cp:revision>167</cp:revision>
  <dcterms:created xsi:type="dcterms:W3CDTF">2019-10-16T19:11:45Z</dcterms:created>
  <dcterms:modified xsi:type="dcterms:W3CDTF">2023-12-08T21:50:48Z</dcterms:modified>
  <dc:identifier/>
  <dc:language/>
  <cp:version/>
</cp:coreProperties>
</file>