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  <p:sldMasterId id="2147483664" r:id="rId2"/>
    <p:sldMasterId id="2147483669" r:id="rId3"/>
  </p:sldMasterIdLst>
  <p:notesMasterIdLst>
    <p:notesMasterId r:id="rId17"/>
  </p:notesMasterIdLst>
  <p:sldIdLst>
    <p:sldId id="256" r:id="rId4"/>
    <p:sldId id="275" r:id="rId5"/>
    <p:sldId id="317" r:id="rId6"/>
    <p:sldId id="276" r:id="rId7"/>
    <p:sldId id="277" r:id="rId8"/>
    <p:sldId id="315" r:id="rId9"/>
    <p:sldId id="316" r:id="rId10"/>
    <p:sldId id="326" r:id="rId11"/>
    <p:sldId id="319" r:id="rId12"/>
    <p:sldId id="324" r:id="rId13"/>
    <p:sldId id="328" r:id="rId14"/>
    <p:sldId id="323" r:id="rId15"/>
    <p:sldId id="310" r:id="rId16"/>
  </p:sldIdLst>
  <p:sldSz cx="9144000" cy="5143500" type="screen16x9"/>
  <p:notesSz cx="5143500" cy="9144000"/>
  <p:defaultText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800" b="0" i="0" u="none" strike="noStrike" spc="0">
        <a:solidFill>
          <a:schemeClr val="tx1"/>
        </a:solidFill>
        <a:latin typeface="Arial"/>
        <a:ea typeface="Arial"/>
        <a:cs typeface="Arial"/>
      </a:defRPr>
    </a:lvl1pPr>
    <a:lvl2pPr marL="4572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800" b="0" i="0" u="none" strike="noStrike" spc="0">
        <a:solidFill>
          <a:schemeClr val="tx1"/>
        </a:solidFill>
        <a:latin typeface="Arial"/>
        <a:ea typeface="Arial"/>
        <a:cs typeface="Arial"/>
      </a:defRPr>
    </a:lvl2pPr>
    <a:lvl3pPr marL="9144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800" b="0" i="0" u="none" strike="noStrike" spc="0">
        <a:solidFill>
          <a:schemeClr val="tx1"/>
        </a:solidFill>
        <a:latin typeface="Arial"/>
        <a:ea typeface="Arial"/>
        <a:cs typeface="Arial"/>
      </a:defRPr>
    </a:lvl3pPr>
    <a:lvl4pPr marL="13716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800" b="0" i="0" u="none" strike="noStrike" spc="0">
        <a:solidFill>
          <a:schemeClr val="tx1"/>
        </a:solidFill>
        <a:latin typeface="Arial"/>
        <a:ea typeface="Arial"/>
        <a:cs typeface="Arial"/>
      </a:defRPr>
    </a:lvl4pPr>
    <a:lvl5pPr marL="18288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800" b="0" i="0" u="none" strike="noStrike" spc="0">
        <a:solidFill>
          <a:schemeClr val="tx1"/>
        </a:solidFill>
        <a:latin typeface="Arial"/>
        <a:ea typeface="Arial"/>
        <a:cs typeface="Arial"/>
      </a:defRPr>
    </a:lvl5pPr>
    <a:lvl6pPr marL="22860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800" b="0" i="0" u="none" strike="noStrike" spc="0">
        <a:solidFill>
          <a:schemeClr val="tx1"/>
        </a:solidFill>
        <a:latin typeface="Arial"/>
        <a:ea typeface="Arial"/>
        <a:cs typeface="Arial"/>
      </a:defRPr>
    </a:lvl6pPr>
    <a:lvl7pPr marL="27432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800" b="0" i="0" u="none" strike="noStrike" spc="0">
        <a:solidFill>
          <a:schemeClr val="tx1"/>
        </a:solidFill>
        <a:latin typeface="Arial"/>
        <a:ea typeface="Arial"/>
        <a:cs typeface="Arial"/>
      </a:defRPr>
    </a:lvl7pPr>
    <a:lvl8pPr marL="32004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800" b="0" i="0" u="none" strike="noStrike" spc="0">
        <a:solidFill>
          <a:schemeClr val="tx1"/>
        </a:solidFill>
        <a:latin typeface="Arial"/>
        <a:ea typeface="Arial"/>
        <a:cs typeface="Arial"/>
      </a:defRPr>
    </a:lvl8pPr>
    <a:lvl9pPr marL="36576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800" b="0" i="0" u="none" strike="noStrike" spc="0">
        <a:solidFill>
          <a:schemeClr val="tx1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1408" autoAdjust="0"/>
    <p:restoredTop sz="80249" autoAdjust="0"/>
  </p:normalViewPr>
  <p:slideViewPr>
    <p:cSldViewPr>
      <p:cViewPr>
        <p:scale>
          <a:sx n="80" d="100"/>
          <a:sy n="80" d="100"/>
        </p:scale>
        <p:origin x="-1854" y="-8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7CB0C0-49DF-4503-A895-63B6A9636104}" type="datetimeFigureOut">
              <a:rPr lang="de-DE" smtClean="0"/>
              <a:t>08.06.2020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35F582-2BB5-4FDB-A562-5DF7B42775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4984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1895BC-06EC-475A-97CA-BF53472F2E03}" type="slidenum">
              <a:rPr lang="de-DE" smtClean="0"/>
              <a:pPr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220307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1895BC-06EC-475A-97CA-BF53472F2E03}" type="slidenum">
              <a:rPr lang="de-DE" smtClean="0"/>
              <a:pPr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220307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1895BC-06EC-475A-97CA-BF53472F2E03}" type="slidenum">
              <a:rPr lang="de-DE" smtClean="0"/>
              <a:pPr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22030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1895BC-06EC-475A-97CA-BF53472F2E03}" type="slidenum">
              <a:rPr lang="de-DE" smtClean="0"/>
              <a:pPr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220307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1895BC-06EC-475A-97CA-BF53472F2E03}" type="slidenum">
              <a:rPr lang="de-DE" smtClean="0"/>
              <a:pPr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220307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1895BC-06EC-475A-97CA-BF53472F2E03}" type="slidenum">
              <a:rPr lang="de-DE" smtClean="0"/>
              <a:pPr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220307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1895BC-06EC-475A-97CA-BF53472F2E03}" type="slidenum">
              <a:rPr lang="de-DE" smtClean="0"/>
              <a:pPr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220307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endParaRPr lang="en-US" sz="1200" b="0" noProof="0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1895BC-06EC-475A-97CA-BF53472F2E03}" type="slidenum">
              <a:rPr lang="de-DE" smtClean="0"/>
              <a:pPr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220307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noProof="0" dirty="0" smtClean="0"/>
              <a:t>Complement results with:</a:t>
            </a:r>
          </a:p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 smtClean="0"/>
              <a:t>There is no „right“ process</a:t>
            </a:r>
          </a:p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 smtClean="0"/>
              <a:t>Develop the process step-by-step</a:t>
            </a:r>
          </a:p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 smtClean="0"/>
              <a:t>Experiment, actively look for feedback and improvements</a:t>
            </a:r>
          </a:p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 smtClean="0"/>
              <a:t>Make sure to achieve agreement among the team members</a:t>
            </a:r>
          </a:p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 smtClean="0"/>
              <a:t>Use practices (e.g., code review, pair programming, test-driven development, etc.) and tools (e.g., </a:t>
            </a:r>
            <a:r>
              <a:rPr lang="en-US" sz="1800" dirty="0" err="1" smtClean="0"/>
              <a:t>Git</a:t>
            </a:r>
            <a:r>
              <a:rPr lang="en-US" sz="1800" dirty="0" smtClean="0"/>
              <a:t>, </a:t>
            </a:r>
            <a:r>
              <a:rPr lang="en-US" sz="1800" dirty="0" err="1" smtClean="0"/>
              <a:t>GitLab</a:t>
            </a:r>
            <a:r>
              <a:rPr lang="en-US" sz="1800" dirty="0" smtClean="0"/>
              <a:t>, testing frameworks, static code analyzers, etc.) and practices to support your process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1895BC-06EC-475A-97CA-BF53472F2E03}" type="slidenum">
              <a:rPr lang="de-DE" smtClean="0"/>
              <a:pPr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220307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1895BC-06EC-475A-97CA-BF53472F2E03}" type="slidenum">
              <a:rPr lang="de-DE" smtClean="0"/>
              <a:pPr/>
              <a:t>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220307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1895BC-06EC-475A-97CA-BF53472F2E03}" type="slidenum">
              <a:rPr lang="de-DE" smtClean="0"/>
              <a:pPr/>
              <a:t>11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22030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ctrTitle"/>
          </p:nvPr>
        </p:nvSpPr>
        <p:spPr bwMode="auto">
          <a:xfrm>
            <a:off x="360045" y="1285240"/>
            <a:ext cx="5868035" cy="699769"/>
          </a:xfrm>
          <a:prstGeom prst="rect">
            <a:avLst/>
          </a:prstGeom>
        </p:spPr>
        <p:txBody>
          <a:bodyPr vert="horz" wrap="square" lIns="0" tIns="0" rIns="0" bIns="0" numCol="1" spcCol="215899" anchor="t">
            <a:prstTxWarp prst="textNoShape">
              <a:avLst/>
            </a:prstTxWarp>
          </a:bodyPr>
          <a:lstStyle>
            <a:lvl1pPr algn="l">
              <a:defRPr sz="2200" b="1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r>
              <a:rPr/>
              <a:t>Präsentationstitel</a:t>
            </a:r>
            <a:br>
              <a:rPr/>
            </a:br>
            <a:r>
              <a:rPr/>
              <a:t>Auch zweizeilig möglich</a:t>
            </a:r>
          </a:p>
        </p:txBody>
      </p:sp>
      <p:sp>
        <p:nvSpPr>
          <p:cNvPr id="5" name="Untertitel 2"/>
          <p:cNvSpPr>
            <a:spLocks noGrp="1"/>
          </p:cNvSpPr>
          <p:nvPr>
            <p:ph type="subTitle" idx="1"/>
          </p:nvPr>
        </p:nvSpPr>
        <p:spPr bwMode="auto">
          <a:xfrm>
            <a:off x="360045" y="2113280"/>
            <a:ext cx="5868035" cy="692785"/>
          </a:xfrm>
          <a:prstGeom prst="rect">
            <a:avLst/>
          </a:prstGeom>
        </p:spPr>
        <p:txBody>
          <a:bodyPr vert="horz" wrap="square" lIns="0" tIns="0" rIns="0" bIns="0" numCol="1" spcCol="215899" anchor="t">
            <a:prstTxWarp prst="textNoShape">
              <a:avLst/>
            </a:prstTxWarp>
          </a:bodyPr>
          <a:lstStyle>
            <a:lvl1pPr marL="0" indent="0" algn="l">
              <a:lnSpc>
                <a:spcPts val="1800"/>
              </a:lnSpc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rgbClr val="8C8C8C"/>
                </a:solidFill>
              </a:defRPr>
            </a:lvl2pPr>
            <a:lvl3pPr marL="914400" indent="0" algn="ctr">
              <a:buNone/>
              <a:defRPr>
                <a:solidFill>
                  <a:srgbClr val="8C8C8C"/>
                </a:solidFill>
              </a:defRPr>
            </a:lvl3pPr>
            <a:lvl4pPr marL="1371600" indent="0" algn="ctr">
              <a:buNone/>
              <a:defRPr>
                <a:solidFill>
                  <a:srgbClr val="8C8C8C"/>
                </a:solidFill>
              </a:defRPr>
            </a:lvl4pPr>
            <a:lvl5pPr marL="1828800" indent="0" algn="ctr">
              <a:buNone/>
              <a:defRPr>
                <a:solidFill>
                  <a:srgbClr val="8C8C8C"/>
                </a:solidFill>
              </a:defRPr>
            </a:lvl5pPr>
            <a:lvl6pPr marL="2286000" indent="0" algn="ctr">
              <a:buNone/>
              <a:defRPr>
                <a:solidFill>
                  <a:srgbClr val="8C8C8C"/>
                </a:solidFill>
              </a:defRPr>
            </a:lvl6pPr>
            <a:lvl7pPr marL="2743200" indent="0" algn="ctr">
              <a:buNone/>
              <a:defRPr>
                <a:solidFill>
                  <a:srgbClr val="8C8C8C"/>
                </a:solidFill>
              </a:defRPr>
            </a:lvl7pPr>
            <a:lvl8pPr marL="3200400" indent="0" algn="ctr">
              <a:buNone/>
              <a:defRPr>
                <a:solidFill>
                  <a:srgbClr val="8C8C8C"/>
                </a:solidFill>
              </a:defRPr>
            </a:lvl8pPr>
            <a:lvl9pPr marL="3657600" indent="0" algn="ctr">
              <a:buNone/>
              <a:defRPr>
                <a:solidFill>
                  <a:srgbClr val="8C8C8C"/>
                </a:solidFill>
              </a:defRPr>
            </a:lvl9pPr>
          </a:lstStyle>
          <a:p>
            <a:pPr>
              <a:defRPr/>
            </a:pPr>
            <a:r>
              <a:rPr/>
              <a:t>Eventuelle Subheadline,</a:t>
            </a:r>
          </a:p>
          <a:p>
            <a:pPr>
              <a:defRPr/>
            </a:pPr>
            <a:r>
              <a:rPr/>
              <a:t>ebenfalls zweizeilig möglich</a:t>
            </a:r>
          </a:p>
        </p:txBody>
      </p:sp>
    </p:spTree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userDrawn="1">
  <p:cSld name="Zweispaltig_Energ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/>
          </p:nvPr>
        </p:nvSpPr>
        <p:spPr bwMode="auto">
          <a:xfrm>
            <a:off x="360045" y="219710"/>
            <a:ext cx="8423910" cy="37211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Folientitel, insgesamt zweizeilig</a:t>
            </a:r>
          </a:p>
        </p:txBody>
      </p:sp>
      <p:sp>
        <p:nvSpPr>
          <p:cNvPr id="5" name="Textplatzhalter 9"/>
          <p:cNvSpPr>
            <a:spLocks noGrp="1"/>
          </p:cNvSpPr>
          <p:nvPr>
            <p:ph idx="14"/>
          </p:nvPr>
        </p:nvSpPr>
        <p:spPr bwMode="auto">
          <a:xfrm>
            <a:off x="358775" y="691515"/>
            <a:ext cx="8423910" cy="2660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r>
              <a:rPr/>
              <a:t>Entweder zweizeiliger Titel oder Titel mit Subheader</a:t>
            </a:r>
          </a:p>
        </p:txBody>
      </p:sp>
      <p:sp>
        <p:nvSpPr>
          <p:cNvPr id="6" name="Inhaltsplatzhalter 6"/>
          <p:cNvSpPr>
            <a:spLocks noGrp="1"/>
          </p:cNvSpPr>
          <p:nvPr>
            <p:ph idx="15"/>
          </p:nvPr>
        </p:nvSpPr>
        <p:spPr bwMode="auto">
          <a:xfrm>
            <a:off x="358775" y="1311275"/>
            <a:ext cx="4105275" cy="34226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Textmasterformat bearbeiten</a:t>
            </a:r>
          </a:p>
          <a:p>
            <a:pPr lvl="1">
              <a:defRPr/>
            </a:pPr>
            <a:r>
              <a:rPr/>
              <a:t>Zweite Ebene</a:t>
            </a:r>
          </a:p>
          <a:p>
            <a:pPr lvl="2">
              <a:defRPr/>
            </a:pPr>
            <a:r>
              <a:rPr/>
              <a:t>Dritte Ebene</a:t>
            </a:r>
          </a:p>
          <a:p>
            <a:pPr lvl="3">
              <a:defRPr/>
            </a:pPr>
            <a:r>
              <a:rPr/>
              <a:t>Vierte Ebene</a:t>
            </a:r>
          </a:p>
          <a:p>
            <a:pPr lvl="4">
              <a:defRPr/>
            </a:pPr>
            <a:r>
              <a:rPr/>
              <a:t>Fünfte Ebene</a:t>
            </a:r>
          </a:p>
        </p:txBody>
      </p:sp>
      <p:sp>
        <p:nvSpPr>
          <p:cNvPr id="7" name="Inhaltsplatzhalter 10"/>
          <p:cNvSpPr>
            <a:spLocks noGrp="1"/>
          </p:cNvSpPr>
          <p:nvPr>
            <p:ph idx="16"/>
          </p:nvPr>
        </p:nvSpPr>
        <p:spPr bwMode="auto">
          <a:xfrm>
            <a:off x="4679950" y="1311275"/>
            <a:ext cx="4092575" cy="34226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Textmasterformat bearbeiten</a:t>
            </a:r>
          </a:p>
          <a:p>
            <a:pPr lvl="1">
              <a:defRPr/>
            </a:pPr>
            <a:r>
              <a:rPr/>
              <a:t>Zweite Ebene</a:t>
            </a:r>
          </a:p>
          <a:p>
            <a:pPr lvl="2">
              <a:defRPr/>
            </a:pPr>
            <a:r>
              <a:rPr/>
              <a:t>Dritte Ebene</a:t>
            </a:r>
          </a:p>
          <a:p>
            <a:pPr lvl="3">
              <a:defRPr/>
            </a:pPr>
            <a:r>
              <a:rPr/>
              <a:t>Vierte Ebene</a:t>
            </a:r>
          </a:p>
          <a:p>
            <a:pPr lvl="4">
              <a:defRPr/>
            </a:pPr>
            <a:r>
              <a:rPr/>
              <a:t>Fünfte Ebene</a:t>
            </a:r>
          </a:p>
        </p:txBody>
      </p:sp>
    </p:spTree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userDrawn="1">
  <p:cSld name="Mischspaltig_Energ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/>
          </p:nvPr>
        </p:nvSpPr>
        <p:spPr bwMode="auto">
          <a:xfrm>
            <a:off x="360045" y="219710"/>
            <a:ext cx="8423910" cy="37211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Folientitel, insgesamt zweizeilig</a:t>
            </a:r>
          </a:p>
        </p:txBody>
      </p:sp>
      <p:sp>
        <p:nvSpPr>
          <p:cNvPr id="5" name="Textplatzhalter 9"/>
          <p:cNvSpPr>
            <a:spLocks noGrp="1"/>
          </p:cNvSpPr>
          <p:nvPr>
            <p:ph idx="14"/>
          </p:nvPr>
        </p:nvSpPr>
        <p:spPr bwMode="auto">
          <a:xfrm>
            <a:off x="358775" y="691515"/>
            <a:ext cx="8423910" cy="2660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r>
              <a:rPr/>
              <a:t>Entweder zweizeiliger Titel oder Titel mit Subheader</a:t>
            </a:r>
          </a:p>
        </p:txBody>
      </p:sp>
      <p:sp>
        <p:nvSpPr>
          <p:cNvPr id="6" name="Inhaltsplatzhalter 10"/>
          <p:cNvSpPr>
            <a:spLocks noGrp="1"/>
          </p:cNvSpPr>
          <p:nvPr>
            <p:ph idx="16"/>
          </p:nvPr>
        </p:nvSpPr>
        <p:spPr bwMode="auto">
          <a:xfrm>
            <a:off x="360045" y="1311275"/>
            <a:ext cx="6264910" cy="126047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Textmasterformat bearbeiten</a:t>
            </a:r>
          </a:p>
          <a:p>
            <a:pPr lvl="1">
              <a:defRPr/>
            </a:pPr>
            <a:r>
              <a:rPr/>
              <a:t>Zweite Ebene</a:t>
            </a:r>
          </a:p>
          <a:p>
            <a:pPr lvl="2">
              <a:defRPr/>
            </a:pPr>
            <a:r>
              <a:rPr/>
              <a:t>Dritte Ebene</a:t>
            </a:r>
          </a:p>
          <a:p>
            <a:pPr lvl="3">
              <a:defRPr/>
            </a:pPr>
            <a:r>
              <a:rPr/>
              <a:t>Vierte Ebene</a:t>
            </a:r>
          </a:p>
          <a:p>
            <a:pPr lvl="4">
              <a:defRPr/>
            </a:pPr>
            <a:r>
              <a:rPr/>
              <a:t>Fünfte Ebene</a:t>
            </a:r>
          </a:p>
        </p:txBody>
      </p:sp>
      <p:sp>
        <p:nvSpPr>
          <p:cNvPr id="7" name="Bildplatzhalter 5"/>
          <p:cNvSpPr>
            <a:spLocks noGrp="1"/>
          </p:cNvSpPr>
          <p:nvPr>
            <p:ph type="pic" sz="quarter" idx="17"/>
          </p:nvPr>
        </p:nvSpPr>
        <p:spPr bwMode="auto">
          <a:xfrm>
            <a:off x="358775" y="2879725"/>
            <a:ext cx="4105275" cy="18542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r>
              <a:rPr/>
              <a:t>Bild durch Klicken auf Symbol hinzufügen</a:t>
            </a:r>
          </a:p>
        </p:txBody>
      </p:sp>
      <p:sp>
        <p:nvSpPr>
          <p:cNvPr id="8" name="Bildplatzhalter 8"/>
          <p:cNvSpPr>
            <a:spLocks noGrp="1"/>
          </p:cNvSpPr>
          <p:nvPr>
            <p:ph type="pic" sz="quarter" idx="18"/>
          </p:nvPr>
        </p:nvSpPr>
        <p:spPr bwMode="auto">
          <a:xfrm>
            <a:off x="4679950" y="2879725"/>
            <a:ext cx="4105275" cy="18542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r>
              <a:rPr/>
              <a:t>Bild durch Klicken auf Symbol hinzufügen</a:t>
            </a:r>
          </a:p>
        </p:txBody>
      </p:sp>
      <p:sp>
        <p:nvSpPr>
          <p:cNvPr id="9" name="Textplatzhalter 12"/>
          <p:cNvSpPr>
            <a:spLocks noGrp="1"/>
          </p:cNvSpPr>
          <p:nvPr>
            <p:ph idx="19"/>
          </p:nvPr>
        </p:nvSpPr>
        <p:spPr bwMode="auto">
          <a:xfrm>
            <a:off x="358775" y="2760980"/>
            <a:ext cx="4105275" cy="10794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800"/>
              </a:lnSpc>
              <a:spcBef>
                <a:spcPts val="0"/>
              </a:spcBef>
              <a:buNone/>
              <a:defRPr sz="80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r>
              <a:rPr/>
              <a:t>Bildunterschrift</a:t>
            </a:r>
          </a:p>
        </p:txBody>
      </p:sp>
      <p:sp>
        <p:nvSpPr>
          <p:cNvPr id="10" name="Textplatzhalter 14"/>
          <p:cNvSpPr>
            <a:spLocks noGrp="1"/>
          </p:cNvSpPr>
          <p:nvPr>
            <p:ph idx="20"/>
          </p:nvPr>
        </p:nvSpPr>
        <p:spPr bwMode="auto">
          <a:xfrm>
            <a:off x="4679950" y="2760980"/>
            <a:ext cx="4105275" cy="10794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800"/>
              </a:lnSpc>
              <a:spcBef>
                <a:spcPts val="0"/>
              </a:spcBef>
              <a:buNone/>
              <a:defRPr sz="80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r>
              <a:rPr/>
              <a:t>Bildunterschrift</a:t>
            </a:r>
          </a:p>
        </p:txBody>
      </p:sp>
    </p:spTree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userDrawn="1">
  <p:cSld name="Zweispaltig_Erde und Umwe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/>
          </p:nvPr>
        </p:nvSpPr>
        <p:spPr bwMode="auto">
          <a:xfrm>
            <a:off x="360045" y="219710"/>
            <a:ext cx="8423910" cy="37211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Folientitel, insgesamt zweizeilig</a:t>
            </a:r>
          </a:p>
        </p:txBody>
      </p:sp>
      <p:sp>
        <p:nvSpPr>
          <p:cNvPr id="5" name="Textplatzhalter 9"/>
          <p:cNvSpPr>
            <a:spLocks noGrp="1"/>
          </p:cNvSpPr>
          <p:nvPr>
            <p:ph idx="14"/>
          </p:nvPr>
        </p:nvSpPr>
        <p:spPr bwMode="auto">
          <a:xfrm>
            <a:off x="358775" y="691515"/>
            <a:ext cx="8423910" cy="2660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r>
              <a:rPr/>
              <a:t>Entweder zweizeiliger Titel oder Titel mit Subheader</a:t>
            </a:r>
          </a:p>
        </p:txBody>
      </p:sp>
      <p:sp>
        <p:nvSpPr>
          <p:cNvPr id="6" name="Inhaltsplatzhalter 6"/>
          <p:cNvSpPr>
            <a:spLocks noGrp="1"/>
          </p:cNvSpPr>
          <p:nvPr>
            <p:ph idx="15"/>
          </p:nvPr>
        </p:nvSpPr>
        <p:spPr bwMode="auto">
          <a:xfrm>
            <a:off x="358775" y="1311275"/>
            <a:ext cx="4105275" cy="34226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Textmasterformat bearbeiten</a:t>
            </a:r>
          </a:p>
          <a:p>
            <a:pPr lvl="1">
              <a:defRPr/>
            </a:pPr>
            <a:r>
              <a:rPr/>
              <a:t>Zweite Ebene</a:t>
            </a:r>
          </a:p>
          <a:p>
            <a:pPr lvl="2">
              <a:defRPr/>
            </a:pPr>
            <a:r>
              <a:rPr/>
              <a:t>Dritte Ebene</a:t>
            </a:r>
          </a:p>
          <a:p>
            <a:pPr lvl="3">
              <a:defRPr/>
            </a:pPr>
            <a:r>
              <a:rPr/>
              <a:t>Vierte Ebene</a:t>
            </a:r>
          </a:p>
          <a:p>
            <a:pPr lvl="4">
              <a:defRPr/>
            </a:pPr>
            <a:r>
              <a:rPr/>
              <a:t>Fünfte Ebene</a:t>
            </a:r>
          </a:p>
        </p:txBody>
      </p:sp>
      <p:sp>
        <p:nvSpPr>
          <p:cNvPr id="7" name="Inhaltsplatzhalter 10"/>
          <p:cNvSpPr>
            <a:spLocks noGrp="1"/>
          </p:cNvSpPr>
          <p:nvPr>
            <p:ph idx="16"/>
          </p:nvPr>
        </p:nvSpPr>
        <p:spPr bwMode="auto">
          <a:xfrm>
            <a:off x="4679950" y="1311275"/>
            <a:ext cx="4092575" cy="34226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Textmasterformat bearbeiten</a:t>
            </a:r>
          </a:p>
          <a:p>
            <a:pPr lvl="1">
              <a:defRPr/>
            </a:pPr>
            <a:r>
              <a:rPr/>
              <a:t>Zweite Ebene</a:t>
            </a:r>
          </a:p>
          <a:p>
            <a:pPr lvl="2">
              <a:defRPr/>
            </a:pPr>
            <a:r>
              <a:rPr/>
              <a:t>Dritte Ebene</a:t>
            </a:r>
          </a:p>
          <a:p>
            <a:pPr lvl="3">
              <a:defRPr/>
            </a:pPr>
            <a:r>
              <a:rPr/>
              <a:t>Vierte Ebene</a:t>
            </a:r>
          </a:p>
          <a:p>
            <a:pPr lvl="4">
              <a:defRPr/>
            </a:pPr>
            <a:r>
              <a:rPr/>
              <a:t>Fünfte Ebene</a:t>
            </a:r>
          </a:p>
        </p:txBody>
      </p:sp>
    </p:spTree>
  </p:cSld>
  <p:clrMapOvr>
    <a:masterClrMapping/>
  </p:clrMapOvr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userDrawn="1">
  <p:cSld name="Titel_Gesundhei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ctrTitle"/>
          </p:nvPr>
        </p:nvSpPr>
        <p:spPr bwMode="auto">
          <a:xfrm>
            <a:off x="360045" y="219710"/>
            <a:ext cx="8425180" cy="339725"/>
          </a:xfrm>
          <a:prstGeom prst="rect">
            <a:avLst/>
          </a:prstGeom>
        </p:spPr>
        <p:txBody>
          <a:bodyPr vert="horz" wrap="square" lIns="0" tIns="0" rIns="0" bIns="0" numCol="1" spcCol="215899" anchor="t">
            <a:prstTxWarp prst="textNoShape">
              <a:avLst/>
            </a:prstTxWarp>
          </a:bodyPr>
          <a:lstStyle>
            <a:lvl1pPr algn="l">
              <a:defRPr sz="2200" b="1">
                <a:solidFill>
                  <a:schemeClr val="accent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r>
              <a:rPr/>
              <a:t>Zwischentitel grafisch, Insgesamt Zweizeilig</a:t>
            </a:r>
          </a:p>
        </p:txBody>
      </p:sp>
    </p:spTree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userDrawn="1">
  <p:cSld name="Zweispaltig_Gesundhei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/>
          </p:nvPr>
        </p:nvSpPr>
        <p:spPr bwMode="auto">
          <a:xfrm>
            <a:off x="360045" y="219710"/>
            <a:ext cx="8423910" cy="37211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Folientitel, insgesamt zweizeilig</a:t>
            </a:r>
          </a:p>
        </p:txBody>
      </p:sp>
      <p:sp>
        <p:nvSpPr>
          <p:cNvPr id="5" name="Textplatzhalter 9"/>
          <p:cNvSpPr>
            <a:spLocks noGrp="1"/>
          </p:cNvSpPr>
          <p:nvPr>
            <p:ph idx="14"/>
          </p:nvPr>
        </p:nvSpPr>
        <p:spPr bwMode="auto">
          <a:xfrm>
            <a:off x="358775" y="691515"/>
            <a:ext cx="8423910" cy="2660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r>
              <a:rPr/>
              <a:t>Entweder zweizeiliger Titel oder Titel mit Subheader</a:t>
            </a:r>
          </a:p>
        </p:txBody>
      </p:sp>
      <p:sp>
        <p:nvSpPr>
          <p:cNvPr id="6" name="Inhaltsplatzhalter 6"/>
          <p:cNvSpPr>
            <a:spLocks noGrp="1"/>
          </p:cNvSpPr>
          <p:nvPr>
            <p:ph idx="15"/>
          </p:nvPr>
        </p:nvSpPr>
        <p:spPr bwMode="auto">
          <a:xfrm>
            <a:off x="358775" y="1311275"/>
            <a:ext cx="4105275" cy="34226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Textmasterformat bearbeiten</a:t>
            </a:r>
          </a:p>
          <a:p>
            <a:pPr lvl="1">
              <a:defRPr/>
            </a:pPr>
            <a:r>
              <a:rPr/>
              <a:t>Zweite Ebene</a:t>
            </a:r>
          </a:p>
          <a:p>
            <a:pPr lvl="2">
              <a:defRPr/>
            </a:pPr>
            <a:r>
              <a:rPr/>
              <a:t>Dritte Ebene</a:t>
            </a:r>
          </a:p>
          <a:p>
            <a:pPr lvl="3">
              <a:defRPr/>
            </a:pPr>
            <a:r>
              <a:rPr/>
              <a:t>Vierte Ebene</a:t>
            </a:r>
          </a:p>
          <a:p>
            <a:pPr lvl="4">
              <a:defRPr/>
            </a:pPr>
            <a:r>
              <a:rPr/>
              <a:t>Fünfte Ebene</a:t>
            </a:r>
          </a:p>
        </p:txBody>
      </p:sp>
      <p:sp>
        <p:nvSpPr>
          <p:cNvPr id="7" name="Inhaltsplatzhalter 10"/>
          <p:cNvSpPr>
            <a:spLocks noGrp="1"/>
          </p:cNvSpPr>
          <p:nvPr>
            <p:ph idx="16"/>
          </p:nvPr>
        </p:nvSpPr>
        <p:spPr bwMode="auto">
          <a:xfrm>
            <a:off x="4679950" y="1311275"/>
            <a:ext cx="4092575" cy="34226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Textmasterformat bearbeiten</a:t>
            </a:r>
          </a:p>
          <a:p>
            <a:pPr lvl="1">
              <a:defRPr/>
            </a:pPr>
            <a:r>
              <a:rPr/>
              <a:t>Zweite Ebene</a:t>
            </a:r>
          </a:p>
          <a:p>
            <a:pPr lvl="2">
              <a:defRPr/>
            </a:pPr>
            <a:r>
              <a:rPr/>
              <a:t>Dritte Ebene</a:t>
            </a:r>
          </a:p>
          <a:p>
            <a:pPr lvl="3">
              <a:defRPr/>
            </a:pPr>
            <a:r>
              <a:rPr/>
              <a:t>Vierte Ebene</a:t>
            </a:r>
          </a:p>
          <a:p>
            <a:pPr lvl="4">
              <a:defRPr/>
            </a:pPr>
            <a:r>
              <a:rPr/>
              <a:t>Fünfte Ebene</a:t>
            </a:r>
          </a:p>
        </p:txBody>
      </p:sp>
    </p:spTree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userDrawn="1">
  <p:cSld name="Titel_Verkehr und Weltraum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ctrTitle"/>
          </p:nvPr>
        </p:nvSpPr>
        <p:spPr bwMode="auto">
          <a:xfrm>
            <a:off x="360045" y="219710"/>
            <a:ext cx="8425180" cy="339725"/>
          </a:xfrm>
          <a:prstGeom prst="rect">
            <a:avLst/>
          </a:prstGeom>
        </p:spPr>
        <p:txBody>
          <a:bodyPr vert="horz" wrap="square" lIns="0" tIns="0" rIns="0" bIns="0" numCol="1" spcCol="215899" anchor="t">
            <a:prstTxWarp prst="textNoShape">
              <a:avLst/>
            </a:prstTxWarp>
          </a:bodyPr>
          <a:lstStyle>
            <a:lvl1pPr algn="l">
              <a:defRPr sz="2200" b="1">
                <a:solidFill>
                  <a:schemeClr val="accent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r>
              <a:rPr/>
              <a:t>Zwischentitel grafisch, Insgesamt Zweizeilig</a:t>
            </a:r>
          </a:p>
        </p:txBody>
      </p:sp>
    </p:spTree>
  </p:cSld>
  <p:clrMapOvr>
    <a:masterClrMapping/>
  </p:clrMapOvr>
  <p:hf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userDrawn="1">
  <p:cSld name="Zweispaltig_Verkehr und Weltraum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/>
          </p:nvPr>
        </p:nvSpPr>
        <p:spPr bwMode="auto">
          <a:xfrm>
            <a:off x="360045" y="219710"/>
            <a:ext cx="8423910" cy="37211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Folientitel, insgesamt zweizeilig</a:t>
            </a:r>
          </a:p>
        </p:txBody>
      </p:sp>
      <p:sp>
        <p:nvSpPr>
          <p:cNvPr id="5" name="Textplatzhalter 9"/>
          <p:cNvSpPr>
            <a:spLocks noGrp="1"/>
          </p:cNvSpPr>
          <p:nvPr>
            <p:ph idx="14"/>
          </p:nvPr>
        </p:nvSpPr>
        <p:spPr bwMode="auto">
          <a:xfrm>
            <a:off x="358775" y="691515"/>
            <a:ext cx="8423910" cy="2660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r>
              <a:rPr/>
              <a:t>Entweder zweizeiliger Titel oder Titel mit Subheader</a:t>
            </a:r>
          </a:p>
        </p:txBody>
      </p:sp>
      <p:sp>
        <p:nvSpPr>
          <p:cNvPr id="6" name="Inhaltsplatzhalter 6"/>
          <p:cNvSpPr>
            <a:spLocks noGrp="1"/>
          </p:cNvSpPr>
          <p:nvPr>
            <p:ph idx="15"/>
          </p:nvPr>
        </p:nvSpPr>
        <p:spPr bwMode="auto">
          <a:xfrm>
            <a:off x="358775" y="1311275"/>
            <a:ext cx="4105275" cy="34226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Textmasterformat bearbeiten</a:t>
            </a:r>
          </a:p>
          <a:p>
            <a:pPr lvl="1">
              <a:defRPr/>
            </a:pPr>
            <a:r>
              <a:rPr/>
              <a:t>Zweite Ebene</a:t>
            </a:r>
          </a:p>
          <a:p>
            <a:pPr lvl="2">
              <a:defRPr/>
            </a:pPr>
            <a:r>
              <a:rPr/>
              <a:t>Dritte Ebene</a:t>
            </a:r>
          </a:p>
          <a:p>
            <a:pPr lvl="3">
              <a:defRPr/>
            </a:pPr>
            <a:r>
              <a:rPr/>
              <a:t>Vierte Ebene</a:t>
            </a:r>
          </a:p>
          <a:p>
            <a:pPr lvl="4">
              <a:defRPr/>
            </a:pPr>
            <a:r>
              <a:rPr/>
              <a:t>Fünfte Ebene</a:t>
            </a:r>
          </a:p>
        </p:txBody>
      </p:sp>
      <p:sp>
        <p:nvSpPr>
          <p:cNvPr id="7" name="Inhaltsplatzhalter 10"/>
          <p:cNvSpPr>
            <a:spLocks noGrp="1"/>
          </p:cNvSpPr>
          <p:nvPr>
            <p:ph idx="16"/>
          </p:nvPr>
        </p:nvSpPr>
        <p:spPr bwMode="auto">
          <a:xfrm>
            <a:off x="4679950" y="1311275"/>
            <a:ext cx="4092575" cy="34226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Textmasterformat bearbeiten</a:t>
            </a:r>
          </a:p>
          <a:p>
            <a:pPr lvl="1">
              <a:defRPr/>
            </a:pPr>
            <a:r>
              <a:rPr/>
              <a:t>Zweite Ebene</a:t>
            </a:r>
          </a:p>
          <a:p>
            <a:pPr lvl="2">
              <a:defRPr/>
            </a:pPr>
            <a:r>
              <a:rPr/>
              <a:t>Dritte Ebene</a:t>
            </a:r>
          </a:p>
          <a:p>
            <a:pPr lvl="3">
              <a:defRPr/>
            </a:pPr>
            <a:r>
              <a:rPr/>
              <a:t>Vierte Ebene</a:t>
            </a:r>
          </a:p>
          <a:p>
            <a:pPr lvl="4">
              <a:defRPr/>
            </a:pPr>
            <a:r>
              <a:rPr/>
              <a:t>Fünfte Ebene</a:t>
            </a:r>
          </a:p>
        </p:txBody>
      </p:sp>
    </p:spTree>
  </p:cSld>
  <p:clrMapOvr>
    <a:masterClrMapping/>
  </p:clrMapOvr>
  <p:hf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userDrawn="1">
  <p:cSld name="Titel_Mater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ctrTitle"/>
          </p:nvPr>
        </p:nvSpPr>
        <p:spPr bwMode="auto">
          <a:xfrm>
            <a:off x="360045" y="219710"/>
            <a:ext cx="8425180" cy="339725"/>
          </a:xfrm>
          <a:prstGeom prst="rect">
            <a:avLst/>
          </a:prstGeom>
        </p:spPr>
        <p:txBody>
          <a:bodyPr vert="horz" wrap="square" lIns="0" tIns="0" rIns="0" bIns="0" numCol="1" spcCol="215899" anchor="t">
            <a:prstTxWarp prst="textNoShape">
              <a:avLst/>
            </a:prstTxWarp>
          </a:bodyPr>
          <a:lstStyle>
            <a:lvl1pPr algn="l">
              <a:defRPr sz="2200" b="1">
                <a:solidFill>
                  <a:schemeClr val="accent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r>
              <a:rPr/>
              <a:t>Zwischentitel grafisch, Insgesamt Zweizeilig</a:t>
            </a:r>
          </a:p>
        </p:txBody>
      </p:sp>
    </p:spTree>
  </p:cSld>
  <p:clrMapOvr>
    <a:masterClrMapping/>
  </p:clrMapOvr>
  <p:hf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userDrawn="1">
  <p:cSld name="Zweispaltig_Mater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/>
          </p:nvPr>
        </p:nvSpPr>
        <p:spPr bwMode="auto">
          <a:xfrm>
            <a:off x="360045" y="219710"/>
            <a:ext cx="8423910" cy="37211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Folientitel, insgesamt zweizeilig</a:t>
            </a:r>
          </a:p>
        </p:txBody>
      </p:sp>
      <p:sp>
        <p:nvSpPr>
          <p:cNvPr id="5" name="Textplatzhalter 9"/>
          <p:cNvSpPr>
            <a:spLocks noGrp="1"/>
          </p:cNvSpPr>
          <p:nvPr>
            <p:ph idx="14"/>
          </p:nvPr>
        </p:nvSpPr>
        <p:spPr bwMode="auto">
          <a:xfrm>
            <a:off x="358775" y="691515"/>
            <a:ext cx="8423910" cy="2660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r>
              <a:rPr/>
              <a:t>Entweder zweizeiliger Titel oder Titel mit Subheader</a:t>
            </a:r>
          </a:p>
        </p:txBody>
      </p:sp>
      <p:sp>
        <p:nvSpPr>
          <p:cNvPr id="6" name="Inhaltsplatzhalter 6"/>
          <p:cNvSpPr>
            <a:spLocks noGrp="1"/>
          </p:cNvSpPr>
          <p:nvPr>
            <p:ph idx="15"/>
          </p:nvPr>
        </p:nvSpPr>
        <p:spPr bwMode="auto">
          <a:xfrm>
            <a:off x="358775" y="1311275"/>
            <a:ext cx="4105275" cy="34226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Textmasterformat bearbeiten</a:t>
            </a:r>
          </a:p>
          <a:p>
            <a:pPr lvl="1">
              <a:defRPr/>
            </a:pPr>
            <a:r>
              <a:rPr/>
              <a:t>Zweite Ebene</a:t>
            </a:r>
          </a:p>
          <a:p>
            <a:pPr lvl="2">
              <a:defRPr/>
            </a:pPr>
            <a:r>
              <a:rPr/>
              <a:t>Dritte Ebene</a:t>
            </a:r>
          </a:p>
          <a:p>
            <a:pPr lvl="3">
              <a:defRPr/>
            </a:pPr>
            <a:r>
              <a:rPr/>
              <a:t>Vierte Ebene</a:t>
            </a:r>
          </a:p>
          <a:p>
            <a:pPr lvl="4">
              <a:defRPr/>
            </a:pPr>
            <a:r>
              <a:rPr/>
              <a:t>Fünfte Ebene</a:t>
            </a:r>
          </a:p>
        </p:txBody>
      </p:sp>
      <p:sp>
        <p:nvSpPr>
          <p:cNvPr id="7" name="Inhaltsplatzhalter 10"/>
          <p:cNvSpPr>
            <a:spLocks noGrp="1"/>
          </p:cNvSpPr>
          <p:nvPr>
            <p:ph idx="16"/>
          </p:nvPr>
        </p:nvSpPr>
        <p:spPr bwMode="auto">
          <a:xfrm>
            <a:off x="4679950" y="1311275"/>
            <a:ext cx="4092575" cy="34226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Textmasterformat bearbeiten</a:t>
            </a:r>
          </a:p>
          <a:p>
            <a:pPr lvl="1">
              <a:defRPr/>
            </a:pPr>
            <a:r>
              <a:rPr/>
              <a:t>Zweite Ebene</a:t>
            </a:r>
          </a:p>
          <a:p>
            <a:pPr lvl="2">
              <a:defRPr/>
            </a:pPr>
            <a:r>
              <a:rPr/>
              <a:t>Dritte Ebene</a:t>
            </a:r>
          </a:p>
          <a:p>
            <a:pPr lvl="3">
              <a:defRPr/>
            </a:pPr>
            <a:r>
              <a:rPr/>
              <a:t>Vierte Ebene</a:t>
            </a:r>
          </a:p>
          <a:p>
            <a:pPr lvl="4">
              <a:defRPr/>
            </a:pPr>
            <a:r>
              <a:rPr/>
              <a:t>Fünfte Ebene</a:t>
            </a:r>
          </a:p>
        </p:txBody>
      </p:sp>
    </p:spTree>
  </p:cSld>
  <p:clrMapOvr>
    <a:masterClrMapping/>
  </p:clrMapOvr>
  <p:hf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userDrawn="1">
  <p:cSld name="Titel_Schlüsseltechnologie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ctrTitle"/>
          </p:nvPr>
        </p:nvSpPr>
        <p:spPr bwMode="auto">
          <a:xfrm>
            <a:off x="360045" y="219710"/>
            <a:ext cx="8425180" cy="339725"/>
          </a:xfrm>
          <a:prstGeom prst="rect">
            <a:avLst/>
          </a:prstGeom>
        </p:spPr>
        <p:txBody>
          <a:bodyPr vert="horz" wrap="square" lIns="0" tIns="0" rIns="0" bIns="0" numCol="1" spcCol="215899" anchor="t">
            <a:prstTxWarp prst="textNoShape">
              <a:avLst/>
            </a:prstTxWarp>
          </a:bodyPr>
          <a:lstStyle>
            <a:lvl1pPr algn="l">
              <a:defRPr sz="2200" b="1">
                <a:solidFill>
                  <a:schemeClr val="accent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r>
              <a:rPr/>
              <a:t>Zwischentitel grafisch, Insgesamt Zweizeilig</a:t>
            </a:r>
          </a:p>
        </p:txBody>
      </p:sp>
    </p:spTree>
  </p:cSld>
  <p:clrMapOvr>
    <a:masterClrMapping/>
  </p:clrMapOvr>
  <p:hf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userDrawn="1">
  <p:cSld name="Zweispaltig_Schlüsseltechnologie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/>
          </p:nvPr>
        </p:nvSpPr>
        <p:spPr bwMode="auto">
          <a:xfrm>
            <a:off x="360045" y="219710"/>
            <a:ext cx="8423910" cy="37211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Folientitel, insgesamt zweizeilig</a:t>
            </a:r>
          </a:p>
        </p:txBody>
      </p:sp>
      <p:sp>
        <p:nvSpPr>
          <p:cNvPr id="5" name="Textplatzhalter 9"/>
          <p:cNvSpPr>
            <a:spLocks noGrp="1"/>
          </p:cNvSpPr>
          <p:nvPr>
            <p:ph idx="14"/>
          </p:nvPr>
        </p:nvSpPr>
        <p:spPr bwMode="auto">
          <a:xfrm>
            <a:off x="358775" y="691515"/>
            <a:ext cx="8423910" cy="2660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r>
              <a:rPr/>
              <a:t>Entweder zweizeiliger Titel oder Titel mit Subheader</a:t>
            </a:r>
          </a:p>
        </p:txBody>
      </p:sp>
      <p:sp>
        <p:nvSpPr>
          <p:cNvPr id="6" name="Inhaltsplatzhalter 6"/>
          <p:cNvSpPr>
            <a:spLocks noGrp="1"/>
          </p:cNvSpPr>
          <p:nvPr>
            <p:ph idx="15"/>
          </p:nvPr>
        </p:nvSpPr>
        <p:spPr bwMode="auto">
          <a:xfrm>
            <a:off x="358775" y="1311275"/>
            <a:ext cx="4105275" cy="34226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Textmasterformat bearbeiten</a:t>
            </a:r>
          </a:p>
          <a:p>
            <a:pPr lvl="1">
              <a:defRPr/>
            </a:pPr>
            <a:r>
              <a:rPr/>
              <a:t>Zweite Ebene</a:t>
            </a:r>
          </a:p>
          <a:p>
            <a:pPr lvl="2">
              <a:defRPr/>
            </a:pPr>
            <a:r>
              <a:rPr/>
              <a:t>Dritte Ebene</a:t>
            </a:r>
          </a:p>
          <a:p>
            <a:pPr lvl="3">
              <a:defRPr/>
            </a:pPr>
            <a:r>
              <a:rPr/>
              <a:t>Vierte Ebene</a:t>
            </a:r>
          </a:p>
          <a:p>
            <a:pPr lvl="4">
              <a:defRPr/>
            </a:pPr>
            <a:r>
              <a:rPr/>
              <a:t>Fünfte Ebene</a:t>
            </a:r>
          </a:p>
        </p:txBody>
      </p:sp>
      <p:sp>
        <p:nvSpPr>
          <p:cNvPr id="7" name="Inhaltsplatzhalter 10"/>
          <p:cNvSpPr>
            <a:spLocks noGrp="1"/>
          </p:cNvSpPr>
          <p:nvPr>
            <p:ph idx="16"/>
          </p:nvPr>
        </p:nvSpPr>
        <p:spPr bwMode="auto">
          <a:xfrm>
            <a:off x="4679950" y="1311275"/>
            <a:ext cx="4092575" cy="34226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Textmasterformat bearbeiten</a:t>
            </a:r>
          </a:p>
          <a:p>
            <a:pPr lvl="1">
              <a:defRPr/>
            </a:pPr>
            <a:r>
              <a:rPr/>
              <a:t>Zweite Ebene</a:t>
            </a:r>
          </a:p>
          <a:p>
            <a:pPr lvl="2">
              <a:defRPr/>
            </a:pPr>
            <a:r>
              <a:rPr/>
              <a:t>Dritte Ebene</a:t>
            </a:r>
          </a:p>
          <a:p>
            <a:pPr lvl="3">
              <a:defRPr/>
            </a:pPr>
            <a:r>
              <a:rPr/>
              <a:t>Vierte Ebene</a:t>
            </a:r>
          </a:p>
          <a:p>
            <a:pPr lvl="4">
              <a:defRPr/>
            </a:pPr>
            <a:r>
              <a:rPr/>
              <a:t>Fünfte Ebene</a:t>
            </a:r>
          </a:p>
        </p:txBody>
      </p:sp>
    </p:spTree>
  </p:cSld>
  <p:clrMapOvr>
    <a:masterClrMapping/>
  </p:clrMapOvr>
  <p:hf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userDrawn="1">
  <p:cSld name="Zweispaltig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Folientitel, insgesamt zweizeilig</a:t>
            </a:r>
          </a:p>
        </p:txBody>
      </p:sp>
      <p:sp>
        <p:nvSpPr>
          <p:cNvPr id="5" name="Textplatzhalter 9"/>
          <p:cNvSpPr>
            <a:spLocks noGrp="1"/>
          </p:cNvSpPr>
          <p:nvPr>
            <p:ph idx="14"/>
          </p:nvPr>
        </p:nvSpPr>
        <p:spPr bwMode="auto">
          <a:xfrm>
            <a:off x="358775" y="691515"/>
            <a:ext cx="8423910" cy="2660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r>
              <a:rPr/>
              <a:t>Entweder zweizeiliger Titel oder Titel mit Subheader</a:t>
            </a:r>
          </a:p>
        </p:txBody>
      </p:sp>
      <p:sp>
        <p:nvSpPr>
          <p:cNvPr id="6" name="Inhaltsplatzhalter 6"/>
          <p:cNvSpPr>
            <a:spLocks noGrp="1"/>
          </p:cNvSpPr>
          <p:nvPr>
            <p:ph idx="15"/>
          </p:nvPr>
        </p:nvSpPr>
        <p:spPr bwMode="auto">
          <a:xfrm>
            <a:off x="358775" y="1311275"/>
            <a:ext cx="4105275" cy="34226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Textmasterformat bearbeiten</a:t>
            </a:r>
          </a:p>
          <a:p>
            <a:pPr lvl="1">
              <a:defRPr/>
            </a:pPr>
            <a:r>
              <a:rPr/>
              <a:t>Zweite Ebene</a:t>
            </a:r>
          </a:p>
          <a:p>
            <a:pPr lvl="2">
              <a:defRPr/>
            </a:pPr>
            <a:r>
              <a:rPr/>
              <a:t>Dritte Ebene</a:t>
            </a:r>
          </a:p>
          <a:p>
            <a:pPr lvl="3">
              <a:defRPr/>
            </a:pPr>
            <a:r>
              <a:rPr/>
              <a:t>Vierte Ebene</a:t>
            </a:r>
          </a:p>
          <a:p>
            <a:pPr lvl="4">
              <a:defRPr/>
            </a:pPr>
            <a:r>
              <a:rPr/>
              <a:t>Fünfte Ebene</a:t>
            </a:r>
          </a:p>
        </p:txBody>
      </p:sp>
      <p:sp>
        <p:nvSpPr>
          <p:cNvPr id="7" name="Inhaltsplatzhalter 10"/>
          <p:cNvSpPr>
            <a:spLocks noGrp="1"/>
          </p:cNvSpPr>
          <p:nvPr>
            <p:ph idx="16"/>
          </p:nvPr>
        </p:nvSpPr>
        <p:spPr bwMode="auto">
          <a:xfrm>
            <a:off x="4679950" y="1311275"/>
            <a:ext cx="4092575" cy="34226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Textmasterformat bearbeiten</a:t>
            </a:r>
          </a:p>
          <a:p>
            <a:pPr lvl="1">
              <a:defRPr/>
            </a:pPr>
            <a:r>
              <a:rPr/>
              <a:t>Zweite Ebene</a:t>
            </a:r>
          </a:p>
          <a:p>
            <a:pPr lvl="2">
              <a:defRPr/>
            </a:pPr>
            <a:r>
              <a:rPr/>
              <a:t>Dritte Ebene</a:t>
            </a:r>
          </a:p>
          <a:p>
            <a:pPr lvl="3">
              <a:defRPr/>
            </a:pPr>
            <a:r>
              <a:rPr/>
              <a:t>Vierte Ebene</a:t>
            </a:r>
          </a:p>
          <a:p>
            <a:pPr lvl="4">
              <a:defRPr/>
            </a:pPr>
            <a:r>
              <a:rPr/>
              <a:t>Fünfte Ebene</a:t>
            </a:r>
          </a:p>
        </p:txBody>
      </p:sp>
    </p:spTree>
  </p:cSld>
  <p:clrMapOvr>
    <a:masterClrMapping/>
  </p:clrMapOvr>
  <p:hf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Zweispaltig_Energ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 noChangeArrowheads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Folientitel, insgesamt zweizeilig</a:t>
            </a:r>
          </a:p>
        </p:txBody>
      </p:sp>
      <p:sp>
        <p:nvSpPr>
          <p:cNvPr id="5" name="Textplatzhalter 9"/>
          <p:cNvSpPr>
            <a:spLocks noGrp="1" noChangeArrowheads="1"/>
          </p:cNvSpPr>
          <p:nvPr>
            <p:ph idx="14"/>
          </p:nvPr>
        </p:nvSpPr>
        <p:spPr bwMode="auto">
          <a:xfrm>
            <a:off x="358775" y="691515"/>
            <a:ext cx="8423910" cy="266065"/>
          </a:xfrm>
        </p:spPr>
        <p:txBody>
          <a:bodyPr/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r>
              <a:rPr/>
              <a:t>Entweder zweizeiliger Titel oder Titel mit Subheader</a:t>
            </a:r>
          </a:p>
        </p:txBody>
      </p:sp>
      <p:sp>
        <p:nvSpPr>
          <p:cNvPr id="6" name="Inhaltsplatzhalter 6"/>
          <p:cNvSpPr>
            <a:spLocks noGrp="1" noChangeArrowheads="1"/>
          </p:cNvSpPr>
          <p:nvPr>
            <p:ph idx="15"/>
          </p:nvPr>
        </p:nvSpPr>
        <p:spPr bwMode="auto">
          <a:xfrm>
            <a:off x="358775" y="1311275"/>
            <a:ext cx="4105275" cy="3422650"/>
          </a:xfrm>
        </p:spPr>
        <p:txBody>
          <a:bodyPr/>
          <a:lstStyle/>
          <a:p>
            <a:pPr>
              <a:defRPr/>
            </a:pPr>
            <a:r>
              <a:rPr/>
              <a:t>Textmasterformat bearbeiten</a:t>
            </a:r>
          </a:p>
          <a:p>
            <a:pPr lvl="1">
              <a:defRPr/>
            </a:pPr>
            <a:r>
              <a:rPr/>
              <a:t>Zweite Ebene</a:t>
            </a:r>
          </a:p>
          <a:p>
            <a:pPr lvl="2">
              <a:defRPr/>
            </a:pPr>
            <a:r>
              <a:rPr/>
              <a:t>Dritte Ebene</a:t>
            </a:r>
          </a:p>
          <a:p>
            <a:pPr lvl="3">
              <a:defRPr/>
            </a:pPr>
            <a:r>
              <a:rPr/>
              <a:t>Vierte Ebene</a:t>
            </a:r>
          </a:p>
          <a:p>
            <a:pPr lvl="4">
              <a:defRPr/>
            </a:pPr>
            <a:r>
              <a:rPr/>
              <a:t>Fünfte Ebene</a:t>
            </a:r>
          </a:p>
        </p:txBody>
      </p:sp>
      <p:sp>
        <p:nvSpPr>
          <p:cNvPr id="7" name="Inhaltsplatzhalter 10"/>
          <p:cNvSpPr>
            <a:spLocks noGrp="1" noChangeArrowheads="1"/>
          </p:cNvSpPr>
          <p:nvPr>
            <p:ph idx="16"/>
          </p:nvPr>
        </p:nvSpPr>
        <p:spPr bwMode="auto">
          <a:xfrm>
            <a:off x="4679950" y="1311275"/>
            <a:ext cx="4092575" cy="3422650"/>
          </a:xfrm>
        </p:spPr>
        <p:txBody>
          <a:bodyPr/>
          <a:lstStyle/>
          <a:p>
            <a:pPr>
              <a:defRPr/>
            </a:pPr>
            <a:r>
              <a:rPr/>
              <a:t>Textmasterformat bearbeiten</a:t>
            </a:r>
          </a:p>
          <a:p>
            <a:pPr lvl="1">
              <a:defRPr/>
            </a:pPr>
            <a:r>
              <a:rPr/>
              <a:t>Zweite Ebene</a:t>
            </a:r>
          </a:p>
          <a:p>
            <a:pPr lvl="2">
              <a:defRPr/>
            </a:pPr>
            <a:r>
              <a:rPr/>
              <a:t>Dritte Ebene</a:t>
            </a:r>
          </a:p>
          <a:p>
            <a:pPr lvl="3">
              <a:defRPr/>
            </a:pPr>
            <a:r>
              <a:rPr/>
              <a:t>Vierte Ebene</a:t>
            </a:r>
          </a:p>
          <a:p>
            <a:pPr lvl="4">
              <a:defRPr/>
            </a:pPr>
            <a:r>
              <a:rPr/>
              <a:t>Fünfte Ebene</a:t>
            </a:r>
          </a:p>
        </p:txBody>
      </p:sp>
    </p:spTree>
  </p:cSld>
  <p:clrMapOvr>
    <a:masterClrMapping/>
  </p:clrMapOvr>
  <p:hf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Mischspaltig_Energ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 noChangeArrowheads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Folientitel, insgesamt zweizeilig</a:t>
            </a:r>
          </a:p>
        </p:txBody>
      </p:sp>
      <p:sp>
        <p:nvSpPr>
          <p:cNvPr id="5" name="Textplatzhalter 9"/>
          <p:cNvSpPr>
            <a:spLocks noGrp="1" noChangeArrowheads="1"/>
          </p:cNvSpPr>
          <p:nvPr>
            <p:ph idx="14"/>
          </p:nvPr>
        </p:nvSpPr>
        <p:spPr bwMode="auto">
          <a:xfrm>
            <a:off x="358775" y="691515"/>
            <a:ext cx="8423910" cy="266065"/>
          </a:xfrm>
        </p:spPr>
        <p:txBody>
          <a:bodyPr/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r>
              <a:rPr/>
              <a:t>Entweder zweizeiliger Titel oder Titel mit Subheader</a:t>
            </a:r>
          </a:p>
        </p:txBody>
      </p:sp>
      <p:sp>
        <p:nvSpPr>
          <p:cNvPr id="6" name="Inhaltsplatzhalter 10"/>
          <p:cNvSpPr>
            <a:spLocks noGrp="1" noChangeArrowheads="1"/>
          </p:cNvSpPr>
          <p:nvPr>
            <p:ph idx="16"/>
          </p:nvPr>
        </p:nvSpPr>
        <p:spPr bwMode="auto">
          <a:xfrm>
            <a:off x="360045" y="1311275"/>
            <a:ext cx="6264910" cy="1260475"/>
          </a:xfrm>
        </p:spPr>
        <p:txBody>
          <a:bodyPr/>
          <a:lstStyle/>
          <a:p>
            <a:pPr>
              <a:defRPr/>
            </a:pPr>
            <a:r>
              <a:rPr/>
              <a:t>Textmasterformat bearbeiten</a:t>
            </a:r>
          </a:p>
          <a:p>
            <a:pPr lvl="1">
              <a:defRPr/>
            </a:pPr>
            <a:r>
              <a:rPr/>
              <a:t>Zweite Ebene</a:t>
            </a:r>
          </a:p>
          <a:p>
            <a:pPr lvl="2">
              <a:defRPr/>
            </a:pPr>
            <a:r>
              <a:rPr/>
              <a:t>Dritte Ebene</a:t>
            </a:r>
          </a:p>
          <a:p>
            <a:pPr lvl="3">
              <a:defRPr/>
            </a:pPr>
            <a:r>
              <a:rPr/>
              <a:t>Vierte Ebene</a:t>
            </a:r>
          </a:p>
          <a:p>
            <a:pPr lvl="4">
              <a:defRPr/>
            </a:pPr>
            <a:r>
              <a:rPr/>
              <a:t>Fünfte Ebene</a:t>
            </a:r>
          </a:p>
        </p:txBody>
      </p:sp>
      <p:sp>
        <p:nvSpPr>
          <p:cNvPr id="7" name="Bildplatzhalter 5"/>
          <p:cNvSpPr>
            <a:spLocks noGrp="1" noChangeArrowheads="1"/>
          </p:cNvSpPr>
          <p:nvPr>
            <p:ph type="pic" sz="quarter" idx="17"/>
          </p:nvPr>
        </p:nvSpPr>
        <p:spPr bwMode="auto">
          <a:xfrm>
            <a:off x="358775" y="2879725"/>
            <a:ext cx="4105275" cy="18542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" name="Bildplatzhalter 8"/>
          <p:cNvSpPr>
            <a:spLocks noGrp="1" noChangeArrowheads="1"/>
          </p:cNvSpPr>
          <p:nvPr>
            <p:ph type="pic" sz="quarter" idx="18"/>
          </p:nvPr>
        </p:nvSpPr>
        <p:spPr bwMode="auto">
          <a:xfrm>
            <a:off x="4679950" y="2879725"/>
            <a:ext cx="4105275" cy="18542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" name="Textplatzhalter 12"/>
          <p:cNvSpPr>
            <a:spLocks noGrp="1" noChangeArrowheads="1"/>
          </p:cNvSpPr>
          <p:nvPr>
            <p:ph idx="19"/>
          </p:nvPr>
        </p:nvSpPr>
        <p:spPr bwMode="auto">
          <a:xfrm>
            <a:off x="358775" y="2760980"/>
            <a:ext cx="4105275" cy="107949"/>
          </a:xfrm>
        </p:spPr>
        <p:txBody>
          <a:bodyPr/>
          <a:lstStyle>
            <a:lvl1pPr marL="0" indent="0">
              <a:lnSpc>
                <a:spcPts val="800"/>
              </a:lnSpc>
              <a:spcBef>
                <a:spcPts val="0"/>
              </a:spcBef>
              <a:buNone/>
              <a:defRPr sz="80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r>
              <a:rPr/>
              <a:t>Bildunterschrift</a:t>
            </a:r>
          </a:p>
        </p:txBody>
      </p:sp>
      <p:sp>
        <p:nvSpPr>
          <p:cNvPr id="10" name="Textplatzhalter 14"/>
          <p:cNvSpPr>
            <a:spLocks noGrp="1" noChangeArrowheads="1"/>
          </p:cNvSpPr>
          <p:nvPr>
            <p:ph idx="20"/>
          </p:nvPr>
        </p:nvSpPr>
        <p:spPr bwMode="auto">
          <a:xfrm>
            <a:off x="4679950" y="2760980"/>
            <a:ext cx="4105275" cy="107949"/>
          </a:xfrm>
        </p:spPr>
        <p:txBody>
          <a:bodyPr/>
          <a:lstStyle>
            <a:lvl1pPr marL="0" indent="0">
              <a:lnSpc>
                <a:spcPts val="800"/>
              </a:lnSpc>
              <a:spcBef>
                <a:spcPts val="0"/>
              </a:spcBef>
              <a:buNone/>
              <a:defRPr sz="80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r>
              <a:rPr/>
              <a:t>Bildunterschrift</a:t>
            </a:r>
          </a:p>
        </p:txBody>
      </p:sp>
    </p:spTree>
  </p:cSld>
  <p:clrMapOvr>
    <a:masterClrMapping/>
  </p:clrMapOvr>
  <p:hf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/>
          <p:cNvSpPr>
            <a:spLocks noGrp="1"/>
          </p:cNvSpPr>
          <p:nvPr>
            <p:ph type="ftr" sz="quarter" idx="10"/>
          </p:nvPr>
        </p:nvSpPr>
        <p:spPr>
          <a:xfrm>
            <a:off x="1147200" y="94478"/>
            <a:ext cx="7630913" cy="107975"/>
          </a:xfrm>
          <a:prstGeom prst="rect">
            <a:avLst/>
          </a:prstGeom>
        </p:spPr>
        <p:txBody>
          <a:bodyPr lIns="68562" tIns="34281" rIns="68562" bIns="34281"/>
          <a:lstStyle/>
          <a:p>
            <a:pPr>
              <a:defRPr/>
            </a:pPr>
            <a:r>
              <a:rPr lang="en-US" smtClean="0"/>
              <a:t>&gt; Share your Reasearch Code as Open Source Software</a:t>
            </a:r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>
          <a:xfrm>
            <a:off x="364405" y="94478"/>
            <a:ext cx="782796" cy="107975"/>
          </a:xfrm>
          <a:prstGeom prst="rect">
            <a:avLst/>
          </a:prstGeom>
        </p:spPr>
        <p:txBody>
          <a:bodyPr lIns="68562" tIns="34281" rIns="68562" bIns="34281"/>
          <a:lstStyle/>
          <a:p>
            <a:pPr>
              <a:defRPr/>
            </a:pPr>
            <a:r>
              <a:rPr lang="de-DE" smtClean="0"/>
              <a:t>DLR.de  •  Folie </a:t>
            </a:r>
            <a:fld id="{A5AC3FBE-A647-41C9-A8C3-4435ED4FC895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GB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2"/>
          </p:nvPr>
        </p:nvSpPr>
        <p:spPr>
          <a:xfrm>
            <a:off x="364405" y="1193124"/>
            <a:ext cx="8413709" cy="3252747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472562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GB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1147200" y="94478"/>
            <a:ext cx="7630913" cy="107975"/>
          </a:xfrm>
          <a:prstGeom prst="rect">
            <a:avLst/>
          </a:prstGeom>
        </p:spPr>
        <p:txBody>
          <a:bodyPr lIns="68562" tIns="34281" rIns="68562" bIns="34281"/>
          <a:lstStyle/>
          <a:p>
            <a:pPr>
              <a:defRPr/>
            </a:pPr>
            <a:r>
              <a:rPr lang="en-US" smtClean="0"/>
              <a:t>&gt; Share your Reasearch Code as Open Source Software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>
          <a:xfrm>
            <a:off x="364405" y="94478"/>
            <a:ext cx="782796" cy="107975"/>
          </a:xfrm>
          <a:prstGeom prst="rect">
            <a:avLst/>
          </a:prstGeom>
        </p:spPr>
        <p:txBody>
          <a:bodyPr lIns="68562" tIns="34281" rIns="68562" bIns="34281"/>
          <a:lstStyle/>
          <a:p>
            <a:pPr>
              <a:defRPr/>
            </a:pPr>
            <a:r>
              <a:rPr lang="de-DE" smtClean="0"/>
              <a:t>DLR.de  •  Folie </a:t>
            </a:r>
            <a:fld id="{A5AC3FBE-A647-41C9-A8C3-4435ED4FC895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780066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Zwischen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ctrTitle"/>
          </p:nvPr>
        </p:nvSpPr>
        <p:spPr bwMode="auto">
          <a:xfrm>
            <a:off x="360045" y="219710"/>
            <a:ext cx="8425180" cy="339725"/>
          </a:xfrm>
          <a:prstGeom prst="rect">
            <a:avLst/>
          </a:prstGeom>
        </p:spPr>
        <p:txBody>
          <a:bodyPr vert="horz" wrap="square" lIns="0" tIns="0" rIns="0" bIns="0" numCol="1" spcCol="215899" anchor="t">
            <a:prstTxWarp prst="textNoShape">
              <a:avLst/>
            </a:prstTxWarp>
          </a:bodyPr>
          <a:lstStyle>
            <a:lvl1pPr algn="l">
              <a:defRPr sz="2200" b="1">
                <a:solidFill>
                  <a:schemeClr val="accent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r>
              <a:rPr/>
              <a:t>Zwischentitel grafisch, Insgesamt Zweizeilig</a:t>
            </a:r>
          </a:p>
        </p:txBody>
      </p:sp>
      <p:sp>
        <p:nvSpPr>
          <p:cNvPr id="5" name="Untertitel 2"/>
          <p:cNvSpPr>
            <a:spLocks noGrp="1"/>
          </p:cNvSpPr>
          <p:nvPr>
            <p:ph type="subTitle" idx="1"/>
          </p:nvPr>
        </p:nvSpPr>
        <p:spPr bwMode="auto">
          <a:xfrm>
            <a:off x="360045" y="691515"/>
            <a:ext cx="8423910" cy="267335"/>
          </a:xfrm>
          <a:prstGeom prst="rect">
            <a:avLst/>
          </a:prstGeom>
        </p:spPr>
        <p:txBody>
          <a:bodyPr vert="horz" wrap="square" lIns="0" tIns="0" rIns="0" bIns="0" numCol="1" spcCol="215899" anchor="t">
            <a:prstTxWarp prst="textNoShape">
              <a:avLst/>
            </a:prstTxWarp>
          </a:bodyPr>
          <a:lstStyle>
            <a:lvl1pPr marL="0" indent="0" algn="l">
              <a:lnSpc>
                <a:spcPts val="1800"/>
              </a:lnSpc>
              <a:buNone/>
              <a:defRPr sz="200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rgbClr val="8C8C8C"/>
                </a:solidFill>
              </a:defRPr>
            </a:lvl2pPr>
            <a:lvl3pPr marL="914400" indent="0" algn="ctr">
              <a:buNone/>
              <a:defRPr>
                <a:solidFill>
                  <a:srgbClr val="8C8C8C"/>
                </a:solidFill>
              </a:defRPr>
            </a:lvl3pPr>
            <a:lvl4pPr marL="1371600" indent="0" algn="ctr">
              <a:buNone/>
              <a:defRPr>
                <a:solidFill>
                  <a:srgbClr val="8C8C8C"/>
                </a:solidFill>
              </a:defRPr>
            </a:lvl4pPr>
            <a:lvl5pPr marL="1828800" indent="0" algn="ctr">
              <a:buNone/>
              <a:defRPr>
                <a:solidFill>
                  <a:srgbClr val="8C8C8C"/>
                </a:solidFill>
              </a:defRPr>
            </a:lvl5pPr>
            <a:lvl6pPr marL="2286000" indent="0" algn="ctr">
              <a:buNone/>
              <a:defRPr>
                <a:solidFill>
                  <a:srgbClr val="8C8C8C"/>
                </a:solidFill>
              </a:defRPr>
            </a:lvl6pPr>
            <a:lvl7pPr marL="2743200" indent="0" algn="ctr">
              <a:buNone/>
              <a:defRPr>
                <a:solidFill>
                  <a:srgbClr val="8C8C8C"/>
                </a:solidFill>
              </a:defRPr>
            </a:lvl7pPr>
            <a:lvl8pPr marL="3200400" indent="0" algn="ctr">
              <a:buNone/>
              <a:defRPr>
                <a:solidFill>
                  <a:srgbClr val="8C8C8C"/>
                </a:solidFill>
              </a:defRPr>
            </a:lvl8pPr>
            <a:lvl9pPr marL="3657600" indent="0" algn="ctr">
              <a:buNone/>
              <a:defRPr>
                <a:solidFill>
                  <a:srgbClr val="8C8C8C"/>
                </a:solidFill>
              </a:defRPr>
            </a:lvl9pPr>
          </a:lstStyle>
          <a:p>
            <a:pPr>
              <a:defRPr/>
            </a:pPr>
            <a:r>
              <a:rPr/>
              <a:t>Entweder zweizeiliger Titel oder Titel und Subheadline</a:t>
            </a:r>
          </a:p>
        </p:txBody>
      </p:sp>
    </p:spTree>
  </p:cSld>
  <p:clrMapOvr>
    <a:masterClrMapping/>
  </p:clrMapOvr>
  <p:hf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userDrawn="1">
  <p:cSld name="Zweispaltig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/>
          </p:nvPr>
        </p:nvSpPr>
        <p:spPr bwMode="auto">
          <a:xfrm>
            <a:off x="360045" y="219710"/>
            <a:ext cx="8423910" cy="37211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Folientitel, insgesamt zweizeilig</a:t>
            </a:r>
          </a:p>
        </p:txBody>
      </p:sp>
      <p:sp>
        <p:nvSpPr>
          <p:cNvPr id="5" name="Textplatzhalter 9"/>
          <p:cNvSpPr>
            <a:spLocks noGrp="1"/>
          </p:cNvSpPr>
          <p:nvPr>
            <p:ph idx="14"/>
          </p:nvPr>
        </p:nvSpPr>
        <p:spPr bwMode="auto">
          <a:xfrm>
            <a:off x="358775" y="691515"/>
            <a:ext cx="8423910" cy="2660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r>
              <a:rPr/>
              <a:t>Entweder zweizeiliger Titel oder Titel mit Subheader</a:t>
            </a:r>
          </a:p>
        </p:txBody>
      </p:sp>
      <p:sp>
        <p:nvSpPr>
          <p:cNvPr id="6" name="Inhaltsplatzhalter 6"/>
          <p:cNvSpPr>
            <a:spLocks noGrp="1"/>
          </p:cNvSpPr>
          <p:nvPr>
            <p:ph idx="15"/>
          </p:nvPr>
        </p:nvSpPr>
        <p:spPr bwMode="auto">
          <a:xfrm>
            <a:off x="358775" y="1311275"/>
            <a:ext cx="4105275" cy="34226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Textmasterformat bearbeiten</a:t>
            </a:r>
          </a:p>
          <a:p>
            <a:pPr lvl="1">
              <a:defRPr/>
            </a:pPr>
            <a:r>
              <a:rPr/>
              <a:t>Zweite Ebene</a:t>
            </a:r>
          </a:p>
          <a:p>
            <a:pPr lvl="2">
              <a:defRPr/>
            </a:pPr>
            <a:r>
              <a:rPr/>
              <a:t>Dritte Ebene</a:t>
            </a:r>
          </a:p>
          <a:p>
            <a:pPr lvl="3">
              <a:defRPr/>
            </a:pPr>
            <a:r>
              <a:rPr/>
              <a:t>Vierte Ebene</a:t>
            </a:r>
          </a:p>
          <a:p>
            <a:pPr lvl="4">
              <a:defRPr/>
            </a:pPr>
            <a:r>
              <a:rPr/>
              <a:t>Fünfte Ebene</a:t>
            </a:r>
          </a:p>
        </p:txBody>
      </p:sp>
      <p:sp>
        <p:nvSpPr>
          <p:cNvPr id="7" name="Inhaltsplatzhalter 10"/>
          <p:cNvSpPr>
            <a:spLocks noGrp="1"/>
          </p:cNvSpPr>
          <p:nvPr>
            <p:ph idx="16"/>
          </p:nvPr>
        </p:nvSpPr>
        <p:spPr bwMode="auto">
          <a:xfrm>
            <a:off x="4679950" y="1311275"/>
            <a:ext cx="4092575" cy="34226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Textmasterformat bearbeiten</a:t>
            </a:r>
          </a:p>
          <a:p>
            <a:pPr lvl="1">
              <a:defRPr/>
            </a:pPr>
            <a:r>
              <a:rPr/>
              <a:t>Zweite Ebene</a:t>
            </a:r>
          </a:p>
          <a:p>
            <a:pPr lvl="2">
              <a:defRPr/>
            </a:pPr>
            <a:r>
              <a:rPr/>
              <a:t>Dritte Ebene</a:t>
            </a:r>
          </a:p>
          <a:p>
            <a:pPr lvl="3">
              <a:defRPr/>
            </a:pPr>
            <a:r>
              <a:rPr/>
              <a:t>Vierte Ebene</a:t>
            </a:r>
          </a:p>
          <a:p>
            <a:pPr lvl="4">
              <a:defRPr/>
            </a:pPr>
            <a:r>
              <a:rPr/>
              <a:t>Fünfte Ebene</a:t>
            </a:r>
          </a:p>
        </p:txBody>
      </p:sp>
    </p:spTree>
  </p:cSld>
  <p:clrMapOvr>
    <a:masterClrMapping/>
  </p:clrMapOvr>
  <p:hf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16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Grafik 8"/>
          <p:cNvPicPr>
            <a:picLocks noChangeAspect="1"/>
          </p:cNvPicPr>
          <p:nvPr/>
        </p:nvPicPr>
        <p:blipFill>
          <a:blip r:embed="rId15"/>
          <a:stretch/>
        </p:blipFill>
        <p:spPr bwMode="auto">
          <a:xfrm>
            <a:off x="0" y="254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rafik 7"/>
          <p:cNvPicPr>
            <a:picLocks noChangeAspect="1"/>
          </p:cNvPicPr>
          <p:nvPr/>
        </p:nvPicPr>
        <p:blipFill>
          <a:blip r:embed="rId16"/>
          <a:stretch/>
        </p:blipFill>
        <p:spPr bwMode="auto">
          <a:xfrm>
            <a:off x="0" y="-8255"/>
            <a:ext cx="9149715" cy="5151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rafik 10"/>
          <p:cNvPicPr>
            <a:picLocks noChangeAspect="1"/>
          </p:cNvPicPr>
          <p:nvPr/>
        </p:nvPicPr>
        <p:blipFill>
          <a:blip r:embed="rId17"/>
          <a:stretch/>
        </p:blipFill>
        <p:spPr bwMode="auto">
          <a:xfrm>
            <a:off x="360045" y="388620"/>
            <a:ext cx="1633220" cy="217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rafik 11"/>
          <p:cNvPicPr>
            <a:picLocks noChangeAspect="1"/>
          </p:cNvPicPr>
          <p:nvPr/>
        </p:nvPicPr>
        <p:blipFill>
          <a:blip r:embed="rId18"/>
          <a:stretch/>
        </p:blipFill>
        <p:spPr bwMode="auto">
          <a:xfrm>
            <a:off x="6866890" y="360045"/>
            <a:ext cx="1344295" cy="24574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feld 12"/>
          <p:cNvSpPr/>
          <p:nvPr/>
        </p:nvSpPr>
        <p:spPr bwMode="auto">
          <a:xfrm>
            <a:off x="6864985" y="4903470"/>
            <a:ext cx="1019174" cy="13843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899" anchor="t"/>
          <a:lstStyle/>
          <a:p>
            <a:pPr>
              <a:defRPr/>
            </a:pPr>
            <a:r>
              <a:rPr sz="900">
                <a:solidFill>
                  <a:schemeClr val="accent2"/>
                </a:solidFill>
              </a:rPr>
              <a:t>www.helmholtz.de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</p:sldLayoutIdLst>
  <p:hf hd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defRPr sz="4400" b="0" i="0" u="none" strike="noStrike" spc="0">
          <a:solidFill>
            <a:schemeClr val="bg1"/>
          </a:solidFill>
          <a:latin typeface="Arial"/>
          <a:ea typeface="Arial"/>
          <a:cs typeface="Arial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/>
        <a:buChar char="•"/>
        <a:defRPr sz="3200" b="0" i="0" u="none" strike="noStrike" spc="0">
          <a:solidFill>
            <a:schemeClr val="bg1"/>
          </a:solidFill>
          <a:latin typeface="Arial"/>
          <a:ea typeface="Arial"/>
          <a:cs typeface="Arial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/>
        <a:buChar char="–"/>
        <a:defRPr sz="2800" b="0" i="0" u="none" strike="noStrike" spc="0">
          <a:solidFill>
            <a:schemeClr val="bg1"/>
          </a:solidFill>
          <a:latin typeface="Arial"/>
          <a:ea typeface="Arial"/>
          <a:cs typeface="Arial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/>
        <a:buChar char="•"/>
        <a:defRPr sz="2400" b="0" i="0" u="none" strike="noStrike" spc="0">
          <a:solidFill>
            <a:schemeClr val="bg1"/>
          </a:solidFill>
          <a:latin typeface="Arial"/>
          <a:ea typeface="Arial"/>
          <a:cs typeface="Arial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/>
        <a:buChar char="–"/>
        <a:defRPr sz="2000" b="0" i="0" u="none" strike="noStrike" spc="0">
          <a:solidFill>
            <a:schemeClr val="bg1"/>
          </a:solidFill>
          <a:latin typeface="Arial"/>
          <a:ea typeface="Arial"/>
          <a:cs typeface="Arial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/>
        <a:buChar char="»"/>
        <a:defRPr sz="2000" b="0" i="0" u="none" strike="noStrike" spc="0">
          <a:solidFill>
            <a:schemeClr val="bg1"/>
          </a:solidFill>
          <a:latin typeface="Arial"/>
          <a:ea typeface="Arial"/>
          <a:cs typeface="Arial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/>
        <a:buChar char="•"/>
        <a:defRPr sz="2000" b="0" i="0" u="none" strike="noStrike" spc="0">
          <a:solidFill>
            <a:schemeClr val="tx1"/>
          </a:solidFill>
          <a:latin typeface="Arial"/>
          <a:ea typeface="Arial"/>
          <a:cs typeface="Arial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/>
        <a:buChar char="•"/>
        <a:defRPr sz="2000" b="0" i="0" u="none" strike="noStrike" spc="0">
          <a:solidFill>
            <a:schemeClr val="tx1"/>
          </a:solidFill>
          <a:latin typeface="Arial"/>
          <a:ea typeface="Arial"/>
          <a:cs typeface="Arial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/>
        <a:buChar char="•"/>
        <a:defRPr sz="2000" b="0" i="0" u="none" strike="noStrike" spc="0">
          <a:solidFill>
            <a:schemeClr val="tx1"/>
          </a:solidFill>
          <a:latin typeface="Arial"/>
          <a:ea typeface="Arial"/>
          <a:cs typeface="Arial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/>
        <a:buChar char="•"/>
        <a:defRPr sz="2000" b="0" i="0" u="none" strike="noStrike" spc="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elplatzhalter 3"/>
          <p:cNvSpPr>
            <a:spLocks noGrp="1" noChangeArrowheads="1"/>
          </p:cNvSpPr>
          <p:nvPr>
            <p:ph type="title"/>
          </p:nvPr>
        </p:nvSpPr>
        <p:spPr bwMode="auto">
          <a:xfrm>
            <a:off x="360045" y="219710"/>
            <a:ext cx="8423910" cy="372110"/>
          </a:xfrm>
          <a:prstGeom prst="rect">
            <a:avLst/>
          </a:prstGeom>
        </p:spPr>
        <p:txBody>
          <a:bodyPr vert="horz" wrap="square" lIns="0" tIns="0" rIns="0" bIns="0" numCol="1" spcCol="215899" anchor="t">
            <a:prstTxWarp prst="textNoShape">
              <a:avLst/>
            </a:prstTxWarp>
          </a:bodyPr>
          <a:lstStyle/>
          <a:p>
            <a:pPr>
              <a:defRPr/>
            </a:pPr>
            <a:r>
              <a:rPr/>
              <a:t>Folientitel, insgesamt zweizeilig</a:t>
            </a:r>
          </a:p>
        </p:txBody>
      </p:sp>
      <p:sp>
        <p:nvSpPr>
          <p:cNvPr id="5" name="Textplatzhalter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60045" y="1311275"/>
            <a:ext cx="8423910" cy="3422650"/>
          </a:xfrm>
          <a:prstGeom prst="rect">
            <a:avLst/>
          </a:prstGeom>
        </p:spPr>
        <p:txBody>
          <a:bodyPr vert="horz" wrap="square" lIns="0" tIns="0" rIns="0" bIns="0" numCol="1" spcCol="215899" anchor="t">
            <a:prstTxWarp prst="textNoShape">
              <a:avLst/>
            </a:prstTxWarp>
          </a:bodyPr>
          <a:lstStyle/>
          <a:p>
            <a:pPr>
              <a:defRPr/>
            </a:pPr>
            <a:r>
              <a:rPr/>
              <a:t>Textmasterformat bearbeiten</a:t>
            </a:r>
          </a:p>
          <a:p>
            <a:pPr lvl="1">
              <a:defRPr/>
            </a:pPr>
            <a:r>
              <a:rPr/>
              <a:t>Zweite Ebene</a:t>
            </a:r>
          </a:p>
          <a:p>
            <a:pPr lvl="2">
              <a:defRPr/>
            </a:pPr>
            <a:r>
              <a:rPr/>
              <a:t>Dritte Ebene</a:t>
            </a:r>
          </a:p>
          <a:p>
            <a:pPr lvl="3">
              <a:defRPr/>
            </a:pPr>
            <a:r>
              <a:rPr/>
              <a:t>Vierte Ebene</a:t>
            </a:r>
          </a:p>
          <a:p>
            <a:pPr lvl="4">
              <a:defRPr/>
            </a:pPr>
            <a:r>
              <a:rPr/>
              <a:t>Fünfte Ebene</a:t>
            </a:r>
          </a:p>
        </p:txBody>
      </p:sp>
      <p:sp>
        <p:nvSpPr>
          <p:cNvPr id="6" name="Gerade Verbindung 4"/>
          <p:cNvSpPr/>
          <p:nvPr/>
        </p:nvSpPr>
        <p:spPr bwMode="auto">
          <a:xfrm>
            <a:off x="358775" y="1023620"/>
            <a:ext cx="8425180" cy="0"/>
          </a:xfrm>
          <a:prstGeom prst="line">
            <a:avLst/>
          </a:prstGeom>
          <a:noFill/>
          <a:ln w="9525" cap="flat" cmpd="sng" algn="ctr">
            <a:solidFill>
              <a:srgbClr val="072C70"/>
            </a:solidFill>
            <a:prstDash val="solid"/>
            <a:headEnd type="none"/>
            <a:tailEnd type="none"/>
          </a:ln>
        </p:spPr>
      </p:sp>
      <p:pic>
        <p:nvPicPr>
          <p:cNvPr id="7" name="Grafik 5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6883400" y="4856480"/>
            <a:ext cx="1073150" cy="307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rafik 6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0" y="4878070"/>
            <a:ext cx="9144000" cy="271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80;p16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>
            <a:off x="7459980" y="199390"/>
            <a:ext cx="1344295" cy="31432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72" r:id="rId3"/>
    <p:sldLayoutId id="2147483674" r:id="rId4"/>
  </p:sldLayoutIdLst>
  <p:hf hdr="0" dt="0"/>
  <p:txStyles>
    <p:title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2200" b="1" i="0" u="none" strike="noStrike" spc="0">
          <a:solidFill>
            <a:schemeClr val="accent1"/>
          </a:solidFill>
          <a:latin typeface="Arial"/>
          <a:ea typeface="Arial"/>
          <a:cs typeface="Arial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9pPr>
    </p:titleStyle>
    <p:bodyStyle>
      <a:lvl1pPr marL="180975" marR="0" indent="-180975" algn="l" defTabSz="179705">
        <a:lnSpc>
          <a:spcPts val="1800"/>
        </a:lnSpc>
        <a:spcBef>
          <a:spcPts val="1100"/>
        </a:spcBef>
        <a:spcAft>
          <a:spcPts val="0"/>
        </a:spcAft>
        <a:buClr>
          <a:schemeClr val="accent3"/>
        </a:buClr>
        <a:buSzTx/>
        <a:buFont typeface="Wingdings"/>
        <a:buChar char="§"/>
        <a:defRPr sz="1600" b="0" i="0" u="none" strike="noStrike" spc="0">
          <a:solidFill>
            <a:schemeClr val="tx1"/>
          </a:solidFill>
          <a:latin typeface="Arial"/>
          <a:ea typeface="Arial"/>
          <a:cs typeface="Arial"/>
        </a:defRPr>
      </a:lvl1pPr>
      <a:lvl2pPr marL="360680" marR="0" indent="-179705" algn="l" defTabSz="914400">
        <a:lnSpc>
          <a:spcPct val="100000"/>
        </a:lnSpc>
        <a:spcBef>
          <a:spcPts val="0"/>
        </a:spcBef>
        <a:spcAft>
          <a:spcPts val="0"/>
        </a:spcAft>
        <a:buClr>
          <a:schemeClr val="accent3"/>
        </a:buClr>
        <a:buSzTx/>
        <a:buFont typeface="Wingdings"/>
        <a:buChar char="§"/>
        <a:defRPr sz="1600" b="0" i="0" u="none" strike="noStrike" spc="0">
          <a:solidFill>
            <a:schemeClr val="tx1"/>
          </a:solidFill>
          <a:latin typeface="Arial"/>
          <a:ea typeface="Arial"/>
          <a:cs typeface="Arial"/>
        </a:defRPr>
      </a:lvl2pPr>
      <a:lvl3pPr marL="541655" marR="0" indent="-180975" algn="l" defTabSz="914400">
        <a:lnSpc>
          <a:spcPct val="100000"/>
        </a:lnSpc>
        <a:spcBef>
          <a:spcPts val="0"/>
        </a:spcBef>
        <a:spcAft>
          <a:spcPts val="0"/>
        </a:spcAft>
        <a:buClr>
          <a:schemeClr val="accent3"/>
        </a:buClr>
        <a:buSzTx/>
        <a:buFont typeface="Wingdings"/>
        <a:buChar char="§"/>
        <a:defRPr sz="1600" b="0" i="0" u="none" strike="noStrike" spc="0">
          <a:solidFill>
            <a:schemeClr val="tx1"/>
          </a:solidFill>
          <a:latin typeface="Arial"/>
          <a:ea typeface="Arial"/>
          <a:cs typeface="Arial"/>
        </a:defRPr>
      </a:lvl3pPr>
      <a:lvl4pPr marL="714375" marR="0" indent="-174625" algn="l" defTabSz="914400">
        <a:lnSpc>
          <a:spcPct val="100000"/>
        </a:lnSpc>
        <a:spcBef>
          <a:spcPts val="0"/>
        </a:spcBef>
        <a:spcAft>
          <a:spcPts val="0"/>
        </a:spcAft>
        <a:buClr>
          <a:schemeClr val="accent3"/>
        </a:buClr>
        <a:buSzTx/>
        <a:buFont typeface="Wingdings"/>
        <a:buChar char="§"/>
        <a:defRPr sz="1600" b="0" i="0" u="none" strike="noStrike" spc="0">
          <a:solidFill>
            <a:schemeClr val="tx1"/>
          </a:solidFill>
          <a:latin typeface="Arial"/>
          <a:ea typeface="Arial"/>
          <a:cs typeface="Arial"/>
        </a:defRPr>
      </a:lvl4pPr>
      <a:lvl5pPr marL="1000125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>
          <a:schemeClr val="accent3"/>
        </a:buClr>
        <a:buSzTx/>
        <a:buFont typeface="Wingdings"/>
        <a:buChar char="§"/>
        <a:defRPr sz="1600" b="0" i="0" u="none" strike="noStrike" spc="0">
          <a:solidFill>
            <a:schemeClr val="tx1"/>
          </a:solidFill>
          <a:latin typeface="Arial"/>
          <a:ea typeface="Arial"/>
          <a:cs typeface="Arial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2000" b="0" i="0" u="none" strike="noStrike" spc="0">
          <a:solidFill>
            <a:schemeClr val="tx1"/>
          </a:solidFill>
          <a:latin typeface="Arial"/>
          <a:ea typeface="Arial"/>
          <a:cs typeface="Arial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/>
        <a:buChar char="•"/>
        <a:defRPr sz="2000" b="0" i="0" u="none" strike="noStrike" spc="0">
          <a:solidFill>
            <a:schemeClr val="tx1"/>
          </a:solidFill>
          <a:latin typeface="Arial"/>
          <a:ea typeface="Arial"/>
          <a:cs typeface="Arial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/>
        <a:buChar char="•"/>
        <a:defRPr sz="2000" b="0" i="0" u="none" strike="noStrike" spc="0">
          <a:solidFill>
            <a:schemeClr val="tx1"/>
          </a:solidFill>
          <a:latin typeface="Arial"/>
          <a:ea typeface="Arial"/>
          <a:cs typeface="Arial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/>
        <a:buChar char="•"/>
        <a:defRPr sz="2000" b="0" i="0" u="none" strike="noStrike" spc="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Grafik 8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0" y="254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rafik 1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0" y="-3810"/>
            <a:ext cx="9149715" cy="515175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feld 12"/>
          <p:cNvSpPr/>
          <p:nvPr/>
        </p:nvSpPr>
        <p:spPr bwMode="auto">
          <a:xfrm>
            <a:off x="6864985" y="4903470"/>
            <a:ext cx="1019174" cy="13843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899" anchor="t"/>
          <a:lstStyle/>
          <a:p>
            <a:pPr>
              <a:defRPr/>
            </a:pPr>
            <a:r>
              <a:rPr sz="900">
                <a:solidFill>
                  <a:schemeClr val="accent2"/>
                </a:solidFill>
              </a:rPr>
              <a:t>www.helmholtz.de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</p:sldLayoutIdLst>
  <p:hf hd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defRPr sz="4400" b="0" i="0" u="none" strike="noStrike" spc="0">
          <a:solidFill>
            <a:schemeClr val="bg1"/>
          </a:solidFill>
          <a:latin typeface="Arial"/>
          <a:ea typeface="Arial"/>
          <a:cs typeface="Arial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/>
        <a:buChar char="•"/>
        <a:defRPr sz="3200" b="0" i="0" u="none" strike="noStrike" spc="0">
          <a:solidFill>
            <a:schemeClr val="bg1"/>
          </a:solidFill>
          <a:latin typeface="Arial"/>
          <a:ea typeface="Arial"/>
          <a:cs typeface="Arial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/>
        <a:buChar char="–"/>
        <a:defRPr sz="2800" b="0" i="0" u="none" strike="noStrike" spc="0">
          <a:solidFill>
            <a:schemeClr val="bg1"/>
          </a:solidFill>
          <a:latin typeface="Arial"/>
          <a:ea typeface="Arial"/>
          <a:cs typeface="Arial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/>
        <a:buChar char="•"/>
        <a:defRPr sz="2400" b="0" i="0" u="none" strike="noStrike" spc="0">
          <a:solidFill>
            <a:schemeClr val="bg1"/>
          </a:solidFill>
          <a:latin typeface="Arial"/>
          <a:ea typeface="Arial"/>
          <a:cs typeface="Arial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/>
        <a:buChar char="–"/>
        <a:defRPr sz="2000" b="0" i="0" u="none" strike="noStrike" spc="0">
          <a:solidFill>
            <a:schemeClr val="bg1"/>
          </a:solidFill>
          <a:latin typeface="Arial"/>
          <a:ea typeface="Arial"/>
          <a:cs typeface="Arial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/>
        <a:buChar char="»"/>
        <a:defRPr sz="2000" b="0" i="0" u="none" strike="noStrike" spc="0">
          <a:solidFill>
            <a:schemeClr val="bg1"/>
          </a:solidFill>
          <a:latin typeface="Arial"/>
          <a:ea typeface="Arial"/>
          <a:cs typeface="Arial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/>
        <a:buChar char="•"/>
        <a:defRPr sz="2000" b="0" i="0" u="none" strike="noStrike" spc="0">
          <a:solidFill>
            <a:schemeClr val="tx1"/>
          </a:solidFill>
          <a:latin typeface="Arial"/>
          <a:ea typeface="Arial"/>
          <a:cs typeface="Arial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/>
        <a:buChar char="•"/>
        <a:defRPr sz="2000" b="0" i="0" u="none" strike="noStrike" spc="0">
          <a:solidFill>
            <a:schemeClr val="tx1"/>
          </a:solidFill>
          <a:latin typeface="Arial"/>
          <a:ea typeface="Arial"/>
          <a:cs typeface="Arial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/>
        <a:buChar char="•"/>
        <a:defRPr sz="2000" b="0" i="0" u="none" strike="noStrike" spc="0">
          <a:solidFill>
            <a:schemeClr val="tx1"/>
          </a:solidFill>
          <a:latin typeface="Arial"/>
          <a:ea typeface="Arial"/>
          <a:cs typeface="Arial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/>
        <a:buChar char="•"/>
        <a:defRPr sz="2000" b="0" i="0" u="none" strike="noStrike" spc="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spc="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3.0/" TargetMode="External"/><Relationship Id="rId7" Type="http://schemas.openxmlformats.org/officeDocument/2006/relationships/hyperlink" Target="https://commons.wikimedia.org/wiki/File:Z3_Deutsches_Museum.JPG" TargetMode="External"/><Relationship Id="rId2" Type="http://schemas.openxmlformats.org/officeDocument/2006/relationships/hyperlink" Target="https://creativecommons.org/licenses/by/4.0/" TargetMode="External"/><Relationship Id="rId1" Type="http://schemas.openxmlformats.org/officeDocument/2006/relationships/slideLayout" Target="../slideLayouts/slideLayout16.xml"/><Relationship Id="rId6" Type="http://schemas.openxmlformats.org/officeDocument/2006/relationships/hyperlink" Target="http://creativecommons.org/licenses/by-sa/3.0/" TargetMode="External"/><Relationship Id="rId5" Type="http://schemas.openxmlformats.org/officeDocument/2006/relationships/hyperlink" Target="https://en.wikipedia.org/wiki/de:User:Venusianer" TargetMode="External"/><Relationship Id="rId4" Type="http://schemas.openxmlformats.org/officeDocument/2006/relationships/hyperlink" Target="http://geek-and-poke.com/geekandpoke/2012/1/28/simply-explained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ctrTitle"/>
          </p:nvPr>
        </p:nvSpPr>
        <p:spPr bwMode="auto">
          <a:xfrm>
            <a:off x="337185" y="1213351"/>
            <a:ext cx="6107023" cy="1862455"/>
          </a:xfrm>
        </p:spPr>
        <p:txBody>
          <a:bodyPr vert="horz" wrap="square" lIns="0" tIns="0" rIns="0" bIns="0" numCol="1" spcCol="215899" anchor="t">
            <a:prstTxWarp prst="textNoShape">
              <a:avLst/>
            </a:prstTxWarp>
          </a:bodyPr>
          <a:lstStyle/>
          <a:p>
            <a:pPr>
              <a:defRPr/>
            </a:pPr>
            <a:r>
              <a:rPr lang="en-GB" sz="2800" dirty="0"/>
              <a:t>Introduction to </a:t>
            </a:r>
            <a:r>
              <a:rPr lang="en-GB" sz="2800" dirty="0" smtClean="0"/>
              <a:t/>
            </a:r>
            <a:br>
              <a:rPr lang="en-GB" sz="2800" dirty="0" smtClean="0"/>
            </a:br>
            <a:r>
              <a:rPr lang="en-GB" sz="2800" dirty="0" smtClean="0"/>
              <a:t>Software Processes and</a:t>
            </a:r>
            <a:br>
              <a:rPr lang="en-GB" sz="2800" dirty="0" smtClean="0"/>
            </a:br>
            <a:r>
              <a:rPr lang="en-GB" sz="2800" dirty="0" smtClean="0"/>
              <a:t>Change</a:t>
            </a:r>
            <a:r>
              <a:rPr lang="en-GB" sz="2800" dirty="0"/>
              <a:t> </a:t>
            </a:r>
            <a:r>
              <a:rPr lang="en-GB" sz="2800" dirty="0" smtClean="0"/>
              <a:t>Management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5" name="Google Shape;108;p2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331640" y="3344102"/>
            <a:ext cx="3773760" cy="1295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Picture 4" descr="https://portal.dlr.de/Organisation/Organisationseinheiten/VorstandundStaebe/VO-PR/CD/Vorlagen_2017/1_Identitaetselemente/2_Logo/Logo_GB/DLR_Logo_engl_weis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0040" y="2533914"/>
            <a:ext cx="2916574" cy="879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is Software Development such a hard Task?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1275606"/>
            <a:ext cx="3541811" cy="3601842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  <a:ln w="9525">
            <a:noFill/>
            <a:miter lim="800000"/>
            <a:headEnd/>
            <a:tailEnd/>
          </a:ln>
          <a:extLst/>
        </p:spPr>
      </p:pic>
      <p:sp>
        <p:nvSpPr>
          <p:cNvPr id="5" name="Abgerundetes Rechteck 4"/>
          <p:cNvSpPr/>
          <p:nvPr/>
        </p:nvSpPr>
        <p:spPr>
          <a:xfrm>
            <a:off x="323528" y="1412230"/>
            <a:ext cx="2250133" cy="87148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3636" tIns="73636" rIns="73636" bIns="73636" numCol="1" spcCol="1270" anchor="t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kern="120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kern="120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</a:br>
            <a:r>
              <a:rPr lang="en-US" b="1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Complex</a:t>
            </a:r>
            <a:endParaRPr lang="en-US" kern="12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Abgerundetes Rechteck 5"/>
          <p:cNvSpPr/>
          <p:nvPr/>
        </p:nvSpPr>
        <p:spPr>
          <a:xfrm>
            <a:off x="323528" y="2499742"/>
            <a:ext cx="2249052" cy="87148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3636" tIns="73636" rIns="73636" bIns="73636" numCol="1" spcCol="1270" anchor="t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de-DE" kern="1200" dirty="0"/>
              <a:t/>
            </a:r>
            <a:br>
              <a:rPr lang="de-DE" kern="1200" dirty="0"/>
            </a:br>
            <a:r>
              <a:rPr lang="en-US" b="1" kern="1200" dirty="0" smtClean="0"/>
              <a:t>Changeable</a:t>
            </a:r>
            <a:r>
              <a:rPr lang="de-DE" kern="1200" dirty="0"/>
              <a:t/>
            </a:r>
            <a:br>
              <a:rPr lang="de-DE" kern="1200" dirty="0"/>
            </a:br>
            <a:endParaRPr lang="de-DE" kern="1200" dirty="0"/>
          </a:p>
        </p:txBody>
      </p:sp>
      <p:sp>
        <p:nvSpPr>
          <p:cNvPr id="9" name="Abgerundetes Rechteck 8"/>
          <p:cNvSpPr/>
          <p:nvPr/>
        </p:nvSpPr>
        <p:spPr>
          <a:xfrm>
            <a:off x="323528" y="3644478"/>
            <a:ext cx="2249052" cy="87148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3636" tIns="73636" rIns="73636" bIns="73636" numCol="1" spcCol="1270" anchor="t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de-DE" kern="1200" dirty="0"/>
              <a:t/>
            </a:r>
            <a:br>
              <a:rPr lang="de-DE" kern="1200" dirty="0"/>
            </a:br>
            <a:r>
              <a:rPr lang="en-US" b="1" kern="1200" dirty="0"/>
              <a:t>Discontinuous</a:t>
            </a:r>
            <a:r>
              <a:rPr lang="de-DE" kern="1200" dirty="0"/>
              <a:t/>
            </a:r>
            <a:br>
              <a:rPr lang="de-DE" kern="1200" dirty="0"/>
            </a:br>
            <a:endParaRPr lang="de-DE" kern="1200" dirty="0"/>
          </a:p>
        </p:txBody>
      </p:sp>
      <p:sp>
        <p:nvSpPr>
          <p:cNvPr id="10" name="Abgerundetes Rechteck 9"/>
          <p:cNvSpPr/>
          <p:nvPr/>
        </p:nvSpPr>
        <p:spPr>
          <a:xfrm>
            <a:off x="6516216" y="1419622"/>
            <a:ext cx="2250133" cy="87148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3636" tIns="73636" rIns="73636" bIns="73636" numCol="1" spcCol="1270" anchor="t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de-DE" kern="120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/>
            </a:r>
            <a:br>
              <a:rPr lang="de-DE" kern="120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</a:br>
            <a:r>
              <a:rPr lang="en-US" b="1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Invisible</a:t>
            </a:r>
            <a:endParaRPr lang="de-DE" b="1" kern="12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Abgerundetes Rechteck 10"/>
          <p:cNvSpPr/>
          <p:nvPr/>
        </p:nvSpPr>
        <p:spPr>
          <a:xfrm>
            <a:off x="6516216" y="2507134"/>
            <a:ext cx="2249052" cy="87148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3636" tIns="73636" rIns="73636" bIns="73636" numCol="1" spcCol="1270" anchor="t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de-DE" b="1" kern="120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/>
            </a:r>
            <a:br>
              <a:rPr lang="de-DE" b="1" kern="120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</a:br>
            <a:r>
              <a:rPr lang="en-US" b="1" kern="120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Conformance</a:t>
            </a:r>
            <a:r>
              <a:rPr lang="de-DE" b="1" kern="120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/>
            </a:r>
            <a:br>
              <a:rPr lang="de-DE" b="1" kern="120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</a:br>
            <a:endParaRPr lang="de-DE" b="1" kern="12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Abgerundetes Rechteck 11"/>
          <p:cNvSpPr/>
          <p:nvPr/>
        </p:nvSpPr>
        <p:spPr>
          <a:xfrm>
            <a:off x="6516216" y="3651870"/>
            <a:ext cx="2249052" cy="87148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3636" tIns="73636" rIns="73636" bIns="73636" numCol="1" spcCol="1270" anchor="t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de-DE" b="1" kern="120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/>
            </a:r>
            <a:br>
              <a:rPr lang="de-DE" b="1" kern="120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</a:br>
            <a:r>
              <a:rPr lang="en-US" b="1" kern="120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Technology</a:t>
            </a:r>
            <a:r>
              <a:rPr lang="de-DE" b="1" kern="120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/>
            </a:r>
            <a:br>
              <a:rPr lang="de-DE" b="1" kern="120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</a:br>
            <a:endParaRPr lang="de-DE" b="1" kern="12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2943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</a:t>
            </a:r>
            <a:r>
              <a:rPr lang="en-US" dirty="0" smtClean="0"/>
              <a:t>Software Development </a:t>
            </a:r>
            <a:r>
              <a:rPr lang="en-US" dirty="0"/>
              <a:t>such a hard </a:t>
            </a:r>
            <a:r>
              <a:rPr lang="en-US" dirty="0" smtClean="0"/>
              <a:t>Task?</a:t>
            </a:r>
            <a:br>
              <a:rPr lang="en-US" dirty="0" smtClean="0"/>
            </a:br>
            <a:r>
              <a:rPr lang="en-US" b="0" dirty="0" smtClean="0"/>
              <a:t>Typical Problems</a:t>
            </a:r>
            <a:endParaRPr lang="en-US" b="0" dirty="0"/>
          </a:p>
        </p:txBody>
      </p:sp>
      <p:sp>
        <p:nvSpPr>
          <p:cNvPr id="6" name="Kreis 5"/>
          <p:cNvSpPr/>
          <p:nvPr/>
        </p:nvSpPr>
        <p:spPr>
          <a:xfrm>
            <a:off x="1547664" y="1204972"/>
            <a:ext cx="3413179" cy="3413179"/>
          </a:xfrm>
          <a:prstGeom prst="pie">
            <a:avLst>
              <a:gd name="adj1" fmla="val 5400000"/>
              <a:gd name="adj2" fmla="val 16200000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9" name="Freihandform 8"/>
          <p:cNvSpPr/>
          <p:nvPr/>
        </p:nvSpPr>
        <p:spPr>
          <a:xfrm>
            <a:off x="3254253" y="1204972"/>
            <a:ext cx="3982042" cy="3413179"/>
          </a:xfrm>
          <a:custGeom>
            <a:avLst/>
            <a:gdLst>
              <a:gd name="connsiteX0" fmla="*/ 0 w 3982042"/>
              <a:gd name="connsiteY0" fmla="*/ 0 h 3413179"/>
              <a:gd name="connsiteX1" fmla="*/ 3982042 w 3982042"/>
              <a:gd name="connsiteY1" fmla="*/ 0 h 3413179"/>
              <a:gd name="connsiteX2" fmla="*/ 3982042 w 3982042"/>
              <a:gd name="connsiteY2" fmla="*/ 3413179 h 3413179"/>
              <a:gd name="connsiteX3" fmla="*/ 0 w 3982042"/>
              <a:gd name="connsiteY3" fmla="*/ 3413179 h 3413179"/>
              <a:gd name="connsiteX4" fmla="*/ 0 w 3982042"/>
              <a:gd name="connsiteY4" fmla="*/ 0 h 3413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82042" h="3413179">
                <a:moveTo>
                  <a:pt x="0" y="0"/>
                </a:moveTo>
                <a:lnTo>
                  <a:pt x="3982042" y="0"/>
                </a:lnTo>
                <a:lnTo>
                  <a:pt x="3982042" y="3413179"/>
                </a:lnTo>
                <a:lnTo>
                  <a:pt x="0" y="341317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0490" tIns="110490" rIns="110490" bIns="2798369" numCol="1" spcCol="1270" anchor="ctr" anchorCtr="0">
            <a:noAutofit/>
          </a:bodyPr>
          <a:lstStyle/>
          <a:p>
            <a:pPr lvl="0" algn="ctr" defTabSz="1289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600" b="1" kern="1200" dirty="0" smtClean="0"/>
              <a:t>Misunderstandings</a:t>
            </a:r>
            <a:endParaRPr lang="de-DE" sz="2600" kern="1200" dirty="0"/>
          </a:p>
        </p:txBody>
      </p:sp>
      <p:sp>
        <p:nvSpPr>
          <p:cNvPr id="10" name="Kreis 9"/>
          <p:cNvSpPr/>
          <p:nvPr/>
        </p:nvSpPr>
        <p:spPr>
          <a:xfrm>
            <a:off x="1995643" y="1930272"/>
            <a:ext cx="2517219" cy="2517219"/>
          </a:xfrm>
          <a:prstGeom prst="pie">
            <a:avLst>
              <a:gd name="adj1" fmla="val 5400000"/>
              <a:gd name="adj2" fmla="val 16200000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1" name="Freihandform 10"/>
          <p:cNvSpPr/>
          <p:nvPr/>
        </p:nvSpPr>
        <p:spPr>
          <a:xfrm>
            <a:off x="3254253" y="1930272"/>
            <a:ext cx="3982042" cy="2517219"/>
          </a:xfrm>
          <a:custGeom>
            <a:avLst/>
            <a:gdLst>
              <a:gd name="connsiteX0" fmla="*/ 0 w 3982042"/>
              <a:gd name="connsiteY0" fmla="*/ 0 h 2517219"/>
              <a:gd name="connsiteX1" fmla="*/ 3982042 w 3982042"/>
              <a:gd name="connsiteY1" fmla="*/ 0 h 2517219"/>
              <a:gd name="connsiteX2" fmla="*/ 3982042 w 3982042"/>
              <a:gd name="connsiteY2" fmla="*/ 2517219 h 2517219"/>
              <a:gd name="connsiteX3" fmla="*/ 0 w 3982042"/>
              <a:gd name="connsiteY3" fmla="*/ 2517219 h 2517219"/>
              <a:gd name="connsiteX4" fmla="*/ 0 w 3982042"/>
              <a:gd name="connsiteY4" fmla="*/ 0 h 2517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82042" h="2517219">
                <a:moveTo>
                  <a:pt x="0" y="0"/>
                </a:moveTo>
                <a:lnTo>
                  <a:pt x="3982042" y="0"/>
                </a:lnTo>
                <a:lnTo>
                  <a:pt x="3982042" y="2517219"/>
                </a:lnTo>
                <a:lnTo>
                  <a:pt x="0" y="251721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0490" tIns="110490" rIns="110490" bIns="1902409" numCol="1" spcCol="1270" anchor="ctr" anchorCtr="0">
            <a:noAutofit/>
          </a:bodyPr>
          <a:lstStyle/>
          <a:p>
            <a:pPr lvl="0" algn="ctr" defTabSz="1289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600" b="1" kern="1200" dirty="0"/>
              <a:t>Changes</a:t>
            </a:r>
            <a:r>
              <a:rPr lang="en-US" sz="2600" b="1" kern="1200" dirty="0" smtClean="0"/>
              <a:t> everywhere</a:t>
            </a:r>
          </a:p>
        </p:txBody>
      </p:sp>
      <p:sp>
        <p:nvSpPr>
          <p:cNvPr id="12" name="Kreis 11"/>
          <p:cNvSpPr/>
          <p:nvPr/>
        </p:nvSpPr>
        <p:spPr>
          <a:xfrm>
            <a:off x="2443623" y="2655573"/>
            <a:ext cx="1621260" cy="1621260"/>
          </a:xfrm>
          <a:prstGeom prst="pie">
            <a:avLst>
              <a:gd name="adj1" fmla="val 5400000"/>
              <a:gd name="adj2" fmla="val 16200000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3" name="Freihandform 12"/>
          <p:cNvSpPr/>
          <p:nvPr/>
        </p:nvSpPr>
        <p:spPr>
          <a:xfrm>
            <a:off x="3254253" y="2655573"/>
            <a:ext cx="3982042" cy="1621260"/>
          </a:xfrm>
          <a:custGeom>
            <a:avLst/>
            <a:gdLst>
              <a:gd name="connsiteX0" fmla="*/ 0 w 3982042"/>
              <a:gd name="connsiteY0" fmla="*/ 0 h 1621260"/>
              <a:gd name="connsiteX1" fmla="*/ 3982042 w 3982042"/>
              <a:gd name="connsiteY1" fmla="*/ 0 h 1621260"/>
              <a:gd name="connsiteX2" fmla="*/ 3982042 w 3982042"/>
              <a:gd name="connsiteY2" fmla="*/ 1621260 h 1621260"/>
              <a:gd name="connsiteX3" fmla="*/ 0 w 3982042"/>
              <a:gd name="connsiteY3" fmla="*/ 1621260 h 1621260"/>
              <a:gd name="connsiteX4" fmla="*/ 0 w 3982042"/>
              <a:gd name="connsiteY4" fmla="*/ 0 h 1621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82042" h="1621260">
                <a:moveTo>
                  <a:pt x="0" y="0"/>
                </a:moveTo>
                <a:lnTo>
                  <a:pt x="3982042" y="0"/>
                </a:lnTo>
                <a:lnTo>
                  <a:pt x="3982042" y="1621260"/>
                </a:lnTo>
                <a:lnTo>
                  <a:pt x="0" y="162126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0490" tIns="110490" rIns="110490" bIns="1006450" numCol="1" spcCol="1270" anchor="ctr" anchorCtr="0">
            <a:noAutofit/>
          </a:bodyPr>
          <a:lstStyle/>
          <a:p>
            <a:pPr lvl="0" algn="ctr" defTabSz="1289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600" b="1" kern="1200" dirty="0" smtClean="0"/>
              <a:t>Unclear status</a:t>
            </a:r>
          </a:p>
        </p:txBody>
      </p:sp>
      <p:sp>
        <p:nvSpPr>
          <p:cNvPr id="14" name="Kreis 13"/>
          <p:cNvSpPr/>
          <p:nvPr/>
        </p:nvSpPr>
        <p:spPr>
          <a:xfrm>
            <a:off x="2891603" y="3380874"/>
            <a:ext cx="725300" cy="725300"/>
          </a:xfrm>
          <a:prstGeom prst="pie">
            <a:avLst>
              <a:gd name="adj1" fmla="val 5400000"/>
              <a:gd name="adj2" fmla="val 16200000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5" name="Freihandform 14"/>
          <p:cNvSpPr/>
          <p:nvPr/>
        </p:nvSpPr>
        <p:spPr>
          <a:xfrm>
            <a:off x="3254253" y="3380874"/>
            <a:ext cx="3982042" cy="725300"/>
          </a:xfrm>
          <a:custGeom>
            <a:avLst/>
            <a:gdLst>
              <a:gd name="connsiteX0" fmla="*/ 0 w 3982042"/>
              <a:gd name="connsiteY0" fmla="*/ 0 h 725300"/>
              <a:gd name="connsiteX1" fmla="*/ 3982042 w 3982042"/>
              <a:gd name="connsiteY1" fmla="*/ 0 h 725300"/>
              <a:gd name="connsiteX2" fmla="*/ 3982042 w 3982042"/>
              <a:gd name="connsiteY2" fmla="*/ 725300 h 725300"/>
              <a:gd name="connsiteX3" fmla="*/ 0 w 3982042"/>
              <a:gd name="connsiteY3" fmla="*/ 725300 h 725300"/>
              <a:gd name="connsiteX4" fmla="*/ 0 w 3982042"/>
              <a:gd name="connsiteY4" fmla="*/ 0 h 72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82042" h="725300">
                <a:moveTo>
                  <a:pt x="0" y="0"/>
                </a:moveTo>
                <a:lnTo>
                  <a:pt x="3982042" y="0"/>
                </a:lnTo>
                <a:lnTo>
                  <a:pt x="3982042" y="725300"/>
                </a:lnTo>
                <a:lnTo>
                  <a:pt x="0" y="7253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0490" tIns="110490" rIns="110490" bIns="110490" numCol="1" spcCol="1270" anchor="ctr" anchorCtr="0">
            <a:noAutofit/>
          </a:bodyPr>
          <a:lstStyle/>
          <a:p>
            <a:pPr lvl="0" algn="ctr" defTabSz="1289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600" b="1" kern="1200" dirty="0" smtClean="0"/>
              <a:t>Unstable software</a:t>
            </a:r>
          </a:p>
        </p:txBody>
      </p:sp>
    </p:spTree>
    <p:extLst>
      <p:ext uri="{BB962C8B-B14F-4D97-AF65-F5344CB8AC3E}">
        <p14:creationId xmlns:p14="http://schemas.microsoft.com/office/powerpoint/2010/main" val="3599846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little Bit of History</a:t>
            </a:r>
            <a:r>
              <a:rPr lang="de-DE" dirty="0"/>
              <a:t/>
            </a:r>
            <a:br>
              <a:rPr lang="de-DE" dirty="0"/>
            </a:br>
            <a:r>
              <a:rPr lang="en-US" b="0" dirty="0" smtClean="0"/>
              <a:t>Bigger* Computers, bigger Software, bigger Problems</a:t>
            </a:r>
            <a:r>
              <a:rPr lang="de-DE" b="0" dirty="0" smtClean="0"/>
              <a:t>…</a:t>
            </a:r>
            <a:endParaRPr lang="en-GB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39" y="1203598"/>
            <a:ext cx="3293913" cy="2378937"/>
          </a:xfrm>
          <a:prstGeom prst="rect">
            <a:avLst/>
          </a:prstGeom>
          <a:solidFill>
            <a:srgbClr val="000000">
              <a:shade val="95000"/>
            </a:srgbClr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  <a:extLst/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1847" y="1203599"/>
            <a:ext cx="3293911" cy="2378936"/>
          </a:xfrm>
          <a:prstGeom prst="rect">
            <a:avLst/>
          </a:prstGeom>
          <a:solidFill>
            <a:srgbClr val="000000">
              <a:shade val="95000"/>
            </a:srgbClr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11" name="Textplatzhalter 10"/>
          <p:cNvSpPr>
            <a:spLocks noGrp="1"/>
          </p:cNvSpPr>
          <p:nvPr>
            <p:ph type="body" sz="quarter" idx="12"/>
          </p:nvPr>
        </p:nvSpPr>
        <p:spPr>
          <a:xfrm>
            <a:off x="846040" y="3728547"/>
            <a:ext cx="3365920" cy="981721"/>
          </a:xfrm>
        </p:spPr>
        <p:txBody>
          <a:bodyPr/>
          <a:lstStyle/>
          <a:p>
            <a:r>
              <a:rPr lang="en-US" sz="1800" dirty="0" err="1" smtClean="0"/>
              <a:t>Zuse</a:t>
            </a:r>
            <a:r>
              <a:rPr lang="en-US" sz="1800" dirty="0" smtClean="0"/>
              <a:t> Z3 (1941)</a:t>
            </a:r>
          </a:p>
          <a:p>
            <a:pPr lvl="1"/>
            <a:r>
              <a:rPr lang="en-US" sz="1800" dirty="0" smtClean="0"/>
              <a:t>5-10 Hz</a:t>
            </a:r>
          </a:p>
          <a:p>
            <a:pPr lvl="1"/>
            <a:r>
              <a:rPr lang="en-US" sz="1800" dirty="0" smtClean="0"/>
              <a:t>64 Words of Memory (22 bit)</a:t>
            </a:r>
          </a:p>
          <a:p>
            <a:pPr lvl="1"/>
            <a:r>
              <a:rPr lang="en-US" sz="1800" dirty="0" smtClean="0"/>
              <a:t>2000 Relays</a:t>
            </a:r>
            <a:endParaRPr lang="en-US" sz="1800" dirty="0"/>
          </a:p>
        </p:txBody>
      </p:sp>
      <p:sp>
        <p:nvSpPr>
          <p:cNvPr id="12" name="Textplatzhalter 11"/>
          <p:cNvSpPr txBox="1">
            <a:spLocks/>
          </p:cNvSpPr>
          <p:nvPr/>
        </p:nvSpPr>
        <p:spPr>
          <a:xfrm>
            <a:off x="5076056" y="3691909"/>
            <a:ext cx="2952328" cy="981721"/>
          </a:xfrm>
          <a:prstGeom prst="rect">
            <a:avLst/>
          </a:prstGeom>
        </p:spPr>
        <p:txBody>
          <a:bodyPr/>
          <a:lstStyle>
            <a:lvl1pPr marL="180975" marR="0" indent="-180975" algn="l" defTabSz="179705">
              <a:lnSpc>
                <a:spcPts val="1800"/>
              </a:lnSpc>
              <a:spcBef>
                <a:spcPts val="11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"/>
              <a:buChar char="§"/>
              <a:defRPr sz="1600" b="0" i="0" u="none" strike="noStrike" spc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360680" marR="0" indent="-179705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"/>
              <a:buChar char="§"/>
              <a:defRPr sz="1600" b="0" i="0" u="none" strike="noStrike" spc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541655" marR="0" indent="-180975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"/>
              <a:buChar char="§"/>
              <a:defRPr sz="1600" b="0" i="0" u="none" strike="noStrike" spc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714375" marR="0" indent="-174625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"/>
              <a:buChar char="§"/>
              <a:defRPr sz="1600" b="0" i="0" u="none" strike="noStrike" spc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000125" marR="0" indent="-2857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"/>
              <a:buChar char="§"/>
              <a:defRPr sz="1600" b="0" i="0" u="none" strike="noStrike" spc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2860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i="0" u="none" strike="noStrike" spc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marR="0" indent="-228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 sz="2000" b="0" i="0" u="none" strike="noStrike" spc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marR="0" indent="-228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 sz="2000" b="0" i="0" u="none" strike="noStrike" spc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marR="0" indent="-228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 sz="2000" b="0" i="0" u="none" strike="noStrike" spc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1800" dirty="0" err="1" smtClean="0"/>
              <a:t>Fomu</a:t>
            </a:r>
            <a:r>
              <a:rPr lang="en-US" sz="1800" dirty="0" smtClean="0"/>
              <a:t> (2019)</a:t>
            </a:r>
          </a:p>
          <a:p>
            <a:pPr lvl="1"/>
            <a:r>
              <a:rPr lang="en-US" sz="1800" dirty="0" smtClean="0"/>
              <a:t>48 MHz</a:t>
            </a:r>
          </a:p>
          <a:p>
            <a:pPr lvl="1"/>
            <a:r>
              <a:rPr lang="en-US" sz="1800" dirty="0" smtClean="0"/>
              <a:t>128 + 16 kB of Memory</a:t>
            </a:r>
          </a:p>
          <a:p>
            <a:pPr lvl="1"/>
            <a:r>
              <a:rPr lang="en-US" sz="1800" dirty="0" smtClean="0"/>
              <a:t>5280 4-input LUTs</a:t>
            </a:r>
          </a:p>
        </p:txBody>
      </p:sp>
      <p:sp>
        <p:nvSpPr>
          <p:cNvPr id="13" name="Textfeld 12"/>
          <p:cNvSpPr txBox="1"/>
          <p:nvPr/>
        </p:nvSpPr>
        <p:spPr>
          <a:xfrm>
            <a:off x="8172400" y="4371950"/>
            <a:ext cx="1584176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dirty="0" smtClean="0">
                <a:latin typeface="Arial" pitchFamily="34" charset="0"/>
                <a:cs typeface="Arial" pitchFamily="34" charset="0"/>
              </a:rPr>
              <a:t>* in terms </a:t>
            </a:r>
            <a:br>
              <a:rPr lang="en-US" sz="1400" dirty="0" smtClean="0">
                <a:latin typeface="Arial" pitchFamily="34" charset="0"/>
                <a:cs typeface="Arial" pitchFamily="34" charset="0"/>
              </a:rPr>
            </a:br>
            <a:r>
              <a:rPr lang="en-US" sz="1400" dirty="0" smtClean="0">
                <a:latin typeface="Arial" pitchFamily="34" charset="0"/>
                <a:cs typeface="Arial" pitchFamily="34" charset="0"/>
              </a:rPr>
              <a:t>of „gates“</a:t>
            </a:r>
          </a:p>
        </p:txBody>
      </p:sp>
    </p:spTree>
    <p:extLst>
      <p:ext uri="{BB962C8B-B14F-4D97-AF65-F5344CB8AC3E}">
        <p14:creationId xmlns:p14="http://schemas.microsoft.com/office/powerpoint/2010/main" val="2966906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little Bit of History</a:t>
            </a:r>
            <a:br>
              <a:rPr lang="en-US" dirty="0" smtClean="0"/>
            </a:br>
            <a:r>
              <a:rPr lang="en-US" b="0" dirty="0" smtClean="0"/>
              <a:t>How “Programming” became </a:t>
            </a:r>
            <a:r>
              <a:rPr lang="de-DE" b="0" dirty="0" smtClean="0"/>
              <a:t>“Software Development“</a:t>
            </a:r>
            <a:endParaRPr lang="en-GB" dirty="0"/>
          </a:p>
        </p:txBody>
      </p:sp>
      <p:grpSp>
        <p:nvGrpSpPr>
          <p:cNvPr id="16" name="Gruppieren 15"/>
          <p:cNvGrpSpPr/>
          <p:nvPr/>
        </p:nvGrpSpPr>
        <p:grpSpPr>
          <a:xfrm>
            <a:off x="1043608" y="1206254"/>
            <a:ext cx="6912768" cy="3741760"/>
            <a:chOff x="1619672" y="1206254"/>
            <a:chExt cx="5809667" cy="3741760"/>
          </a:xfrm>
        </p:grpSpPr>
        <p:sp>
          <p:nvSpPr>
            <p:cNvPr id="3" name="Form 2"/>
            <p:cNvSpPr/>
            <p:nvPr/>
          </p:nvSpPr>
          <p:spPr>
            <a:xfrm>
              <a:off x="1619672" y="1206254"/>
              <a:ext cx="5688632" cy="3555395"/>
            </a:xfrm>
            <a:prstGeom prst="swooshArrow">
              <a:avLst>
                <a:gd name="adj1" fmla="val 25000"/>
                <a:gd name="adj2" fmla="val 25000"/>
              </a:avLst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" name="Ellipse 3"/>
            <p:cNvSpPr/>
            <p:nvPr/>
          </p:nvSpPr>
          <p:spPr>
            <a:xfrm>
              <a:off x="2180002" y="3853162"/>
              <a:ext cx="130838" cy="124288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Freihandform 5"/>
            <p:cNvSpPr/>
            <p:nvPr/>
          </p:nvSpPr>
          <p:spPr>
            <a:xfrm>
              <a:off x="2245421" y="3915465"/>
              <a:ext cx="745210" cy="846184"/>
            </a:xfrm>
            <a:custGeom>
              <a:avLst/>
              <a:gdLst>
                <a:gd name="connsiteX0" fmla="*/ 0 w 745210"/>
                <a:gd name="connsiteY0" fmla="*/ 0 h 846184"/>
                <a:gd name="connsiteX1" fmla="*/ 745210 w 745210"/>
                <a:gd name="connsiteY1" fmla="*/ 0 h 846184"/>
                <a:gd name="connsiteX2" fmla="*/ 745210 w 745210"/>
                <a:gd name="connsiteY2" fmla="*/ 846184 h 846184"/>
                <a:gd name="connsiteX3" fmla="*/ 0 w 745210"/>
                <a:gd name="connsiteY3" fmla="*/ 846184 h 846184"/>
                <a:gd name="connsiteX4" fmla="*/ 0 w 745210"/>
                <a:gd name="connsiteY4" fmla="*/ 0 h 846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5210" h="846184">
                  <a:moveTo>
                    <a:pt x="0" y="0"/>
                  </a:moveTo>
                  <a:lnTo>
                    <a:pt x="745210" y="0"/>
                  </a:lnTo>
                  <a:lnTo>
                    <a:pt x="745210" y="846184"/>
                  </a:lnTo>
                  <a:lnTo>
                    <a:pt x="0" y="84618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9329" tIns="0" rIns="0" bIns="0" numCol="1" spcCol="1270" anchor="t" anchorCtr="0">
              <a:noAutofit/>
            </a:bodyPr>
            <a:lstStyle/>
            <a:p>
              <a:pPr lvl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kern="1200" noProof="0" dirty="0" smtClean="0"/>
                <a:t>Code &amp; Fix</a:t>
              </a:r>
              <a:endParaRPr lang="en-US" sz="2000" kern="1200" noProof="0" dirty="0"/>
            </a:p>
          </p:txBody>
        </p:sp>
        <p:sp>
          <p:nvSpPr>
            <p:cNvPr id="7" name="Ellipse 6"/>
            <p:cNvSpPr/>
            <p:nvPr/>
          </p:nvSpPr>
          <p:spPr>
            <a:xfrm>
              <a:off x="2888236" y="3169544"/>
              <a:ext cx="204790" cy="204790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Freihandform 8"/>
            <p:cNvSpPr/>
            <p:nvPr/>
          </p:nvSpPr>
          <p:spPr>
            <a:xfrm>
              <a:off x="3035537" y="3271939"/>
              <a:ext cx="944312" cy="1489710"/>
            </a:xfrm>
            <a:custGeom>
              <a:avLst/>
              <a:gdLst>
                <a:gd name="connsiteX0" fmla="*/ 0 w 944312"/>
                <a:gd name="connsiteY0" fmla="*/ 0 h 1489710"/>
                <a:gd name="connsiteX1" fmla="*/ 944312 w 944312"/>
                <a:gd name="connsiteY1" fmla="*/ 0 h 1489710"/>
                <a:gd name="connsiteX2" fmla="*/ 944312 w 944312"/>
                <a:gd name="connsiteY2" fmla="*/ 1489710 h 1489710"/>
                <a:gd name="connsiteX3" fmla="*/ 0 w 944312"/>
                <a:gd name="connsiteY3" fmla="*/ 1489710 h 1489710"/>
                <a:gd name="connsiteX4" fmla="*/ 0 w 944312"/>
                <a:gd name="connsiteY4" fmla="*/ 0 h 148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4312" h="1489710">
                  <a:moveTo>
                    <a:pt x="0" y="0"/>
                  </a:moveTo>
                  <a:lnTo>
                    <a:pt x="944312" y="0"/>
                  </a:lnTo>
                  <a:lnTo>
                    <a:pt x="944312" y="1489710"/>
                  </a:lnTo>
                  <a:lnTo>
                    <a:pt x="0" y="148971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8514" tIns="0" rIns="0" bIns="0" numCol="1" spcCol="1270" anchor="t" anchorCtr="0">
              <a:noAutofit/>
            </a:bodyPr>
            <a:lstStyle/>
            <a:p>
              <a:pPr lvl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kern="1200" dirty="0"/>
                <a:t>Waterfall</a:t>
              </a:r>
            </a:p>
          </p:txBody>
        </p:sp>
        <p:sp>
          <p:nvSpPr>
            <p:cNvPr id="10" name="Ellipse 9"/>
            <p:cNvSpPr/>
            <p:nvPr/>
          </p:nvSpPr>
          <p:spPr>
            <a:xfrm>
              <a:off x="3798418" y="2626990"/>
              <a:ext cx="273054" cy="273054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Freihandform 10"/>
            <p:cNvSpPr/>
            <p:nvPr/>
          </p:nvSpPr>
          <p:spPr>
            <a:xfrm>
              <a:off x="3934945" y="2859782"/>
              <a:ext cx="1097905" cy="1998131"/>
            </a:xfrm>
            <a:custGeom>
              <a:avLst/>
              <a:gdLst>
                <a:gd name="connsiteX0" fmla="*/ 0 w 1097905"/>
                <a:gd name="connsiteY0" fmla="*/ 0 h 1998131"/>
                <a:gd name="connsiteX1" fmla="*/ 1097905 w 1097905"/>
                <a:gd name="connsiteY1" fmla="*/ 0 h 1998131"/>
                <a:gd name="connsiteX2" fmla="*/ 1097905 w 1097905"/>
                <a:gd name="connsiteY2" fmla="*/ 1998131 h 1998131"/>
                <a:gd name="connsiteX3" fmla="*/ 0 w 1097905"/>
                <a:gd name="connsiteY3" fmla="*/ 1998131 h 1998131"/>
                <a:gd name="connsiteX4" fmla="*/ 0 w 1097905"/>
                <a:gd name="connsiteY4" fmla="*/ 0 h 1998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7905" h="1998131">
                  <a:moveTo>
                    <a:pt x="0" y="0"/>
                  </a:moveTo>
                  <a:lnTo>
                    <a:pt x="1097905" y="0"/>
                  </a:lnTo>
                  <a:lnTo>
                    <a:pt x="1097905" y="1998131"/>
                  </a:lnTo>
                  <a:lnTo>
                    <a:pt x="0" y="199813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4686" tIns="0" rIns="0" bIns="0" numCol="1" spcCol="1270" anchor="t" anchorCtr="0">
              <a:noAutofit/>
            </a:bodyPr>
            <a:lstStyle/>
            <a:p>
              <a:pPr lvl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kern="1200" noProof="0" dirty="0" smtClean="0"/>
                <a:t>V-Model</a:t>
              </a:r>
              <a:endParaRPr lang="en-US" kern="1200" noProof="0" dirty="0"/>
            </a:p>
          </p:txBody>
        </p:sp>
        <p:sp>
          <p:nvSpPr>
            <p:cNvPr id="12" name="Ellipse 11"/>
            <p:cNvSpPr/>
            <p:nvPr/>
          </p:nvSpPr>
          <p:spPr>
            <a:xfrm>
              <a:off x="4856503" y="2203187"/>
              <a:ext cx="352695" cy="352695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Freihandform 12"/>
            <p:cNvSpPr/>
            <p:nvPr/>
          </p:nvSpPr>
          <p:spPr>
            <a:xfrm>
              <a:off x="5008644" y="2565900"/>
              <a:ext cx="1137726" cy="2382114"/>
            </a:xfrm>
            <a:custGeom>
              <a:avLst/>
              <a:gdLst>
                <a:gd name="connsiteX0" fmla="*/ 0 w 1137726"/>
                <a:gd name="connsiteY0" fmla="*/ 0 h 2382114"/>
                <a:gd name="connsiteX1" fmla="*/ 1137726 w 1137726"/>
                <a:gd name="connsiteY1" fmla="*/ 0 h 2382114"/>
                <a:gd name="connsiteX2" fmla="*/ 1137726 w 1137726"/>
                <a:gd name="connsiteY2" fmla="*/ 2382114 h 2382114"/>
                <a:gd name="connsiteX3" fmla="*/ 0 w 1137726"/>
                <a:gd name="connsiteY3" fmla="*/ 2382114 h 2382114"/>
                <a:gd name="connsiteX4" fmla="*/ 0 w 1137726"/>
                <a:gd name="connsiteY4" fmla="*/ 0 h 2382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7726" h="2382114">
                  <a:moveTo>
                    <a:pt x="0" y="0"/>
                  </a:moveTo>
                  <a:lnTo>
                    <a:pt x="1137726" y="0"/>
                  </a:lnTo>
                  <a:lnTo>
                    <a:pt x="1137726" y="2382114"/>
                  </a:lnTo>
                  <a:lnTo>
                    <a:pt x="0" y="238211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86886" tIns="0" rIns="0" bIns="0" numCol="1" spcCol="1270" anchor="t" anchorCtr="0">
              <a:noAutofit/>
            </a:bodyPr>
            <a:lstStyle/>
            <a:p>
              <a:pPr lvl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kern="1200" noProof="0" dirty="0" smtClean="0"/>
                <a:t>Iterative</a:t>
              </a:r>
              <a:endParaRPr lang="en-US" kern="1200" noProof="0" dirty="0"/>
            </a:p>
          </p:txBody>
        </p:sp>
        <p:sp>
          <p:nvSpPr>
            <p:cNvPr id="14" name="Ellipse 13"/>
            <p:cNvSpPr/>
            <p:nvPr/>
          </p:nvSpPr>
          <p:spPr>
            <a:xfrm>
              <a:off x="5945876" y="1920178"/>
              <a:ext cx="449401" cy="449401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Freihandform 14"/>
            <p:cNvSpPr/>
            <p:nvPr/>
          </p:nvSpPr>
          <p:spPr>
            <a:xfrm>
              <a:off x="6291613" y="1707654"/>
              <a:ext cx="1137726" cy="2616770"/>
            </a:xfrm>
            <a:custGeom>
              <a:avLst/>
              <a:gdLst>
                <a:gd name="connsiteX0" fmla="*/ 0 w 1137726"/>
                <a:gd name="connsiteY0" fmla="*/ 0 h 2616770"/>
                <a:gd name="connsiteX1" fmla="*/ 1137726 w 1137726"/>
                <a:gd name="connsiteY1" fmla="*/ 0 h 2616770"/>
                <a:gd name="connsiteX2" fmla="*/ 1137726 w 1137726"/>
                <a:gd name="connsiteY2" fmla="*/ 2616770 h 2616770"/>
                <a:gd name="connsiteX3" fmla="*/ 0 w 1137726"/>
                <a:gd name="connsiteY3" fmla="*/ 2616770 h 2616770"/>
                <a:gd name="connsiteX4" fmla="*/ 0 w 1137726"/>
                <a:gd name="connsiteY4" fmla="*/ 0 h 261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7726" h="2616770">
                  <a:moveTo>
                    <a:pt x="0" y="0"/>
                  </a:moveTo>
                  <a:lnTo>
                    <a:pt x="1137726" y="0"/>
                  </a:lnTo>
                  <a:lnTo>
                    <a:pt x="1137726" y="2616770"/>
                  </a:lnTo>
                  <a:lnTo>
                    <a:pt x="0" y="261677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38129" tIns="0" rIns="0" bIns="0" numCol="1" spcCol="1270" anchor="t" anchorCtr="0">
              <a:noAutofit/>
            </a:bodyPr>
            <a:lstStyle/>
            <a:p>
              <a:pPr lvl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kern="1200" noProof="0" dirty="0" smtClean="0"/>
                <a:t>Agile / Lean / DevOps</a:t>
              </a:r>
              <a:endParaRPr lang="en-US" kern="1200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469996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Exemplary Software Methodologies </a:t>
            </a:r>
            <a:br>
              <a:rPr lang="en-US" dirty="0" smtClean="0"/>
            </a:br>
            <a:r>
              <a:rPr lang="en-US" b="0" dirty="0" smtClean="0"/>
              <a:t>Classical Sequential Approach (aka: Waterfall)</a:t>
            </a:r>
            <a:endParaRPr lang="en-US" b="0" dirty="0"/>
          </a:p>
        </p:txBody>
      </p:sp>
      <p:sp>
        <p:nvSpPr>
          <p:cNvPr id="5" name="Nach oben gebogener Pfeil 4"/>
          <p:cNvSpPr/>
          <p:nvPr/>
        </p:nvSpPr>
        <p:spPr>
          <a:xfrm rot="5400000">
            <a:off x="1346487" y="1651980"/>
            <a:ext cx="525375" cy="866134"/>
          </a:xfrm>
          <a:prstGeom prst="bentUpArrow">
            <a:avLst>
              <a:gd name="adj1" fmla="val 32840"/>
              <a:gd name="adj2" fmla="val 25000"/>
              <a:gd name="adj3" fmla="val 3578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" name="Freihandform 5"/>
          <p:cNvSpPr/>
          <p:nvPr/>
        </p:nvSpPr>
        <p:spPr>
          <a:xfrm>
            <a:off x="651669" y="1203598"/>
            <a:ext cx="1800000" cy="619067"/>
          </a:xfrm>
          <a:custGeom>
            <a:avLst/>
            <a:gdLst>
              <a:gd name="connsiteX0" fmla="*/ 0 w 1039793"/>
              <a:gd name="connsiteY0" fmla="*/ 121328 h 727821"/>
              <a:gd name="connsiteX1" fmla="*/ 121328 w 1039793"/>
              <a:gd name="connsiteY1" fmla="*/ 0 h 727821"/>
              <a:gd name="connsiteX2" fmla="*/ 918465 w 1039793"/>
              <a:gd name="connsiteY2" fmla="*/ 0 h 727821"/>
              <a:gd name="connsiteX3" fmla="*/ 1039793 w 1039793"/>
              <a:gd name="connsiteY3" fmla="*/ 121328 h 727821"/>
              <a:gd name="connsiteX4" fmla="*/ 1039793 w 1039793"/>
              <a:gd name="connsiteY4" fmla="*/ 606493 h 727821"/>
              <a:gd name="connsiteX5" fmla="*/ 918465 w 1039793"/>
              <a:gd name="connsiteY5" fmla="*/ 727821 h 727821"/>
              <a:gd name="connsiteX6" fmla="*/ 121328 w 1039793"/>
              <a:gd name="connsiteY6" fmla="*/ 727821 h 727821"/>
              <a:gd name="connsiteX7" fmla="*/ 0 w 1039793"/>
              <a:gd name="connsiteY7" fmla="*/ 606493 h 727821"/>
              <a:gd name="connsiteX8" fmla="*/ 0 w 1039793"/>
              <a:gd name="connsiteY8" fmla="*/ 121328 h 727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39793" h="727821">
                <a:moveTo>
                  <a:pt x="0" y="121328"/>
                </a:moveTo>
                <a:cubicBezTo>
                  <a:pt x="0" y="54320"/>
                  <a:pt x="54320" y="0"/>
                  <a:pt x="121328" y="0"/>
                </a:cubicBezTo>
                <a:lnTo>
                  <a:pt x="918465" y="0"/>
                </a:lnTo>
                <a:cubicBezTo>
                  <a:pt x="985473" y="0"/>
                  <a:pt x="1039793" y="54320"/>
                  <a:pt x="1039793" y="121328"/>
                </a:cubicBezTo>
                <a:lnTo>
                  <a:pt x="1039793" y="606493"/>
                </a:lnTo>
                <a:cubicBezTo>
                  <a:pt x="1039793" y="673501"/>
                  <a:pt x="985473" y="727821"/>
                  <a:pt x="918465" y="727821"/>
                </a:cubicBezTo>
                <a:lnTo>
                  <a:pt x="121328" y="727821"/>
                </a:lnTo>
                <a:cubicBezTo>
                  <a:pt x="54320" y="727821"/>
                  <a:pt x="0" y="673501"/>
                  <a:pt x="0" y="606493"/>
                </a:cubicBezTo>
                <a:lnTo>
                  <a:pt x="0" y="121328"/>
                </a:lnTo>
                <a:close/>
              </a:path>
            </a:pathLst>
          </a:custGeom>
          <a:solidFill>
            <a:srgbClr val="4F81BD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 rtl="0"/>
            <a:r>
              <a:rPr lang="en-US" sz="2000" b="1" dirty="0">
                <a:solidFill>
                  <a:prstClr val="white"/>
                </a:solidFill>
                <a:latin typeface="Calibri"/>
                <a:ea typeface="Arial"/>
                <a:cs typeface="Arial"/>
              </a:rPr>
              <a:t>Analyze</a:t>
            </a:r>
          </a:p>
        </p:txBody>
      </p:sp>
      <p:sp>
        <p:nvSpPr>
          <p:cNvPr id="9" name="Rechteck 8"/>
          <p:cNvSpPr/>
          <p:nvPr/>
        </p:nvSpPr>
        <p:spPr>
          <a:xfrm>
            <a:off x="1932396" y="1262640"/>
            <a:ext cx="931477" cy="500357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0" name="Nach oben gebogener Pfeil 9"/>
          <p:cNvSpPr/>
          <p:nvPr/>
        </p:nvSpPr>
        <p:spPr>
          <a:xfrm rot="5400000">
            <a:off x="2823859" y="2347397"/>
            <a:ext cx="525375" cy="866134"/>
          </a:xfrm>
          <a:prstGeom prst="bentUpArrow">
            <a:avLst>
              <a:gd name="adj1" fmla="val 32840"/>
              <a:gd name="adj2" fmla="val 25000"/>
              <a:gd name="adj3" fmla="val 3578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1" name="Freihandform 10"/>
          <p:cNvSpPr/>
          <p:nvPr/>
        </p:nvSpPr>
        <p:spPr>
          <a:xfrm>
            <a:off x="2089072" y="1899015"/>
            <a:ext cx="1800000" cy="619067"/>
          </a:xfrm>
          <a:custGeom>
            <a:avLst/>
            <a:gdLst>
              <a:gd name="connsiteX0" fmla="*/ 0 w 1039793"/>
              <a:gd name="connsiteY0" fmla="*/ 121328 h 727821"/>
              <a:gd name="connsiteX1" fmla="*/ 121328 w 1039793"/>
              <a:gd name="connsiteY1" fmla="*/ 0 h 727821"/>
              <a:gd name="connsiteX2" fmla="*/ 918465 w 1039793"/>
              <a:gd name="connsiteY2" fmla="*/ 0 h 727821"/>
              <a:gd name="connsiteX3" fmla="*/ 1039793 w 1039793"/>
              <a:gd name="connsiteY3" fmla="*/ 121328 h 727821"/>
              <a:gd name="connsiteX4" fmla="*/ 1039793 w 1039793"/>
              <a:gd name="connsiteY4" fmla="*/ 606493 h 727821"/>
              <a:gd name="connsiteX5" fmla="*/ 918465 w 1039793"/>
              <a:gd name="connsiteY5" fmla="*/ 727821 h 727821"/>
              <a:gd name="connsiteX6" fmla="*/ 121328 w 1039793"/>
              <a:gd name="connsiteY6" fmla="*/ 727821 h 727821"/>
              <a:gd name="connsiteX7" fmla="*/ 0 w 1039793"/>
              <a:gd name="connsiteY7" fmla="*/ 606493 h 727821"/>
              <a:gd name="connsiteX8" fmla="*/ 0 w 1039793"/>
              <a:gd name="connsiteY8" fmla="*/ 121328 h 727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39793" h="727821">
                <a:moveTo>
                  <a:pt x="0" y="121328"/>
                </a:moveTo>
                <a:cubicBezTo>
                  <a:pt x="0" y="54320"/>
                  <a:pt x="54320" y="0"/>
                  <a:pt x="121328" y="0"/>
                </a:cubicBezTo>
                <a:lnTo>
                  <a:pt x="918465" y="0"/>
                </a:lnTo>
                <a:cubicBezTo>
                  <a:pt x="985473" y="0"/>
                  <a:pt x="1039793" y="54320"/>
                  <a:pt x="1039793" y="121328"/>
                </a:cubicBezTo>
                <a:lnTo>
                  <a:pt x="1039793" y="606493"/>
                </a:lnTo>
                <a:cubicBezTo>
                  <a:pt x="1039793" y="673501"/>
                  <a:pt x="985473" y="727821"/>
                  <a:pt x="918465" y="727821"/>
                </a:cubicBezTo>
                <a:lnTo>
                  <a:pt x="121328" y="727821"/>
                </a:lnTo>
                <a:cubicBezTo>
                  <a:pt x="54320" y="727821"/>
                  <a:pt x="0" y="673501"/>
                  <a:pt x="0" y="606493"/>
                </a:cubicBezTo>
                <a:lnTo>
                  <a:pt x="0" y="121328"/>
                </a:lnTo>
                <a:close/>
              </a:path>
            </a:pathLst>
          </a:custGeom>
          <a:solidFill>
            <a:srgbClr val="4F81BD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 rtl="0"/>
            <a:r>
              <a:rPr lang="en-US" sz="2000" b="1" dirty="0">
                <a:solidFill>
                  <a:prstClr val="white"/>
                </a:solidFill>
                <a:latin typeface="Calibri"/>
                <a:ea typeface="Arial"/>
                <a:cs typeface="Arial"/>
              </a:rPr>
              <a:t>Design</a:t>
            </a:r>
          </a:p>
        </p:txBody>
      </p:sp>
      <p:sp>
        <p:nvSpPr>
          <p:cNvPr id="12" name="Rechteck 11"/>
          <p:cNvSpPr/>
          <p:nvPr/>
        </p:nvSpPr>
        <p:spPr>
          <a:xfrm>
            <a:off x="2994254" y="1958057"/>
            <a:ext cx="931477" cy="500357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3" name="Nach oben gebogener Pfeil 12"/>
          <p:cNvSpPr/>
          <p:nvPr/>
        </p:nvSpPr>
        <p:spPr>
          <a:xfrm rot="5400000">
            <a:off x="4296453" y="3042814"/>
            <a:ext cx="525375" cy="866134"/>
          </a:xfrm>
          <a:prstGeom prst="bentUpArrow">
            <a:avLst>
              <a:gd name="adj1" fmla="val 32840"/>
              <a:gd name="adj2" fmla="val 25000"/>
              <a:gd name="adj3" fmla="val 3578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4" name="Freihandform 13"/>
          <p:cNvSpPr/>
          <p:nvPr/>
        </p:nvSpPr>
        <p:spPr>
          <a:xfrm>
            <a:off x="3566451" y="2594432"/>
            <a:ext cx="1800000" cy="619067"/>
          </a:xfrm>
          <a:custGeom>
            <a:avLst/>
            <a:gdLst>
              <a:gd name="connsiteX0" fmla="*/ 0 w 1039793"/>
              <a:gd name="connsiteY0" fmla="*/ 121328 h 727821"/>
              <a:gd name="connsiteX1" fmla="*/ 121328 w 1039793"/>
              <a:gd name="connsiteY1" fmla="*/ 0 h 727821"/>
              <a:gd name="connsiteX2" fmla="*/ 918465 w 1039793"/>
              <a:gd name="connsiteY2" fmla="*/ 0 h 727821"/>
              <a:gd name="connsiteX3" fmla="*/ 1039793 w 1039793"/>
              <a:gd name="connsiteY3" fmla="*/ 121328 h 727821"/>
              <a:gd name="connsiteX4" fmla="*/ 1039793 w 1039793"/>
              <a:gd name="connsiteY4" fmla="*/ 606493 h 727821"/>
              <a:gd name="connsiteX5" fmla="*/ 918465 w 1039793"/>
              <a:gd name="connsiteY5" fmla="*/ 727821 h 727821"/>
              <a:gd name="connsiteX6" fmla="*/ 121328 w 1039793"/>
              <a:gd name="connsiteY6" fmla="*/ 727821 h 727821"/>
              <a:gd name="connsiteX7" fmla="*/ 0 w 1039793"/>
              <a:gd name="connsiteY7" fmla="*/ 606493 h 727821"/>
              <a:gd name="connsiteX8" fmla="*/ 0 w 1039793"/>
              <a:gd name="connsiteY8" fmla="*/ 121328 h 727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39793" h="727821">
                <a:moveTo>
                  <a:pt x="0" y="121328"/>
                </a:moveTo>
                <a:cubicBezTo>
                  <a:pt x="0" y="54320"/>
                  <a:pt x="54320" y="0"/>
                  <a:pt x="121328" y="0"/>
                </a:cubicBezTo>
                <a:lnTo>
                  <a:pt x="918465" y="0"/>
                </a:lnTo>
                <a:cubicBezTo>
                  <a:pt x="985473" y="0"/>
                  <a:pt x="1039793" y="54320"/>
                  <a:pt x="1039793" y="121328"/>
                </a:cubicBezTo>
                <a:lnTo>
                  <a:pt x="1039793" y="606493"/>
                </a:lnTo>
                <a:cubicBezTo>
                  <a:pt x="1039793" y="673501"/>
                  <a:pt x="985473" y="727821"/>
                  <a:pt x="918465" y="727821"/>
                </a:cubicBezTo>
                <a:lnTo>
                  <a:pt x="121328" y="727821"/>
                </a:lnTo>
                <a:cubicBezTo>
                  <a:pt x="54320" y="727821"/>
                  <a:pt x="0" y="673501"/>
                  <a:pt x="0" y="606493"/>
                </a:cubicBezTo>
                <a:lnTo>
                  <a:pt x="0" y="121328"/>
                </a:lnTo>
                <a:close/>
              </a:path>
            </a:pathLst>
          </a:custGeom>
          <a:solidFill>
            <a:srgbClr val="4F81BD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 rtl="0"/>
            <a:r>
              <a:rPr lang="en-US" sz="2000" b="1" dirty="0">
                <a:solidFill>
                  <a:prstClr val="white"/>
                </a:solidFill>
                <a:latin typeface="Calibri"/>
                <a:ea typeface="Arial"/>
                <a:cs typeface="Arial"/>
              </a:rPr>
              <a:t>Construct</a:t>
            </a:r>
          </a:p>
        </p:txBody>
      </p:sp>
      <p:sp>
        <p:nvSpPr>
          <p:cNvPr id="15" name="Rechteck 14"/>
          <p:cNvSpPr/>
          <p:nvPr/>
        </p:nvSpPr>
        <p:spPr>
          <a:xfrm>
            <a:off x="4056112" y="2653474"/>
            <a:ext cx="931477" cy="500357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6" name="Nach oben gebogener Pfeil 15"/>
          <p:cNvSpPr/>
          <p:nvPr/>
        </p:nvSpPr>
        <p:spPr>
          <a:xfrm rot="5400000">
            <a:off x="5773828" y="3738231"/>
            <a:ext cx="525375" cy="866134"/>
          </a:xfrm>
          <a:prstGeom prst="bentUpArrow">
            <a:avLst>
              <a:gd name="adj1" fmla="val 32840"/>
              <a:gd name="adj2" fmla="val 25000"/>
              <a:gd name="adj3" fmla="val 3578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7" name="Freihandform 16"/>
          <p:cNvSpPr/>
          <p:nvPr/>
        </p:nvSpPr>
        <p:spPr>
          <a:xfrm>
            <a:off x="5039037" y="3289849"/>
            <a:ext cx="1800000" cy="619067"/>
          </a:xfrm>
          <a:custGeom>
            <a:avLst/>
            <a:gdLst>
              <a:gd name="connsiteX0" fmla="*/ 0 w 1039793"/>
              <a:gd name="connsiteY0" fmla="*/ 121328 h 727821"/>
              <a:gd name="connsiteX1" fmla="*/ 121328 w 1039793"/>
              <a:gd name="connsiteY1" fmla="*/ 0 h 727821"/>
              <a:gd name="connsiteX2" fmla="*/ 918465 w 1039793"/>
              <a:gd name="connsiteY2" fmla="*/ 0 h 727821"/>
              <a:gd name="connsiteX3" fmla="*/ 1039793 w 1039793"/>
              <a:gd name="connsiteY3" fmla="*/ 121328 h 727821"/>
              <a:gd name="connsiteX4" fmla="*/ 1039793 w 1039793"/>
              <a:gd name="connsiteY4" fmla="*/ 606493 h 727821"/>
              <a:gd name="connsiteX5" fmla="*/ 918465 w 1039793"/>
              <a:gd name="connsiteY5" fmla="*/ 727821 h 727821"/>
              <a:gd name="connsiteX6" fmla="*/ 121328 w 1039793"/>
              <a:gd name="connsiteY6" fmla="*/ 727821 h 727821"/>
              <a:gd name="connsiteX7" fmla="*/ 0 w 1039793"/>
              <a:gd name="connsiteY7" fmla="*/ 606493 h 727821"/>
              <a:gd name="connsiteX8" fmla="*/ 0 w 1039793"/>
              <a:gd name="connsiteY8" fmla="*/ 121328 h 727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39793" h="727821">
                <a:moveTo>
                  <a:pt x="0" y="121328"/>
                </a:moveTo>
                <a:cubicBezTo>
                  <a:pt x="0" y="54320"/>
                  <a:pt x="54320" y="0"/>
                  <a:pt x="121328" y="0"/>
                </a:cubicBezTo>
                <a:lnTo>
                  <a:pt x="918465" y="0"/>
                </a:lnTo>
                <a:cubicBezTo>
                  <a:pt x="985473" y="0"/>
                  <a:pt x="1039793" y="54320"/>
                  <a:pt x="1039793" y="121328"/>
                </a:cubicBezTo>
                <a:lnTo>
                  <a:pt x="1039793" y="606493"/>
                </a:lnTo>
                <a:cubicBezTo>
                  <a:pt x="1039793" y="673501"/>
                  <a:pt x="985473" y="727821"/>
                  <a:pt x="918465" y="727821"/>
                </a:cubicBezTo>
                <a:lnTo>
                  <a:pt x="121328" y="727821"/>
                </a:lnTo>
                <a:cubicBezTo>
                  <a:pt x="54320" y="727821"/>
                  <a:pt x="0" y="673501"/>
                  <a:pt x="0" y="606493"/>
                </a:cubicBezTo>
                <a:lnTo>
                  <a:pt x="0" y="121328"/>
                </a:lnTo>
                <a:close/>
              </a:path>
            </a:pathLst>
          </a:custGeom>
          <a:solidFill>
            <a:srgbClr val="4F81BD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 rtl="0"/>
            <a:r>
              <a:rPr lang="en-US" sz="2000" b="1" dirty="0">
                <a:solidFill>
                  <a:prstClr val="white"/>
                </a:solidFill>
                <a:latin typeface="Calibri"/>
                <a:ea typeface="Arial"/>
                <a:cs typeface="Arial"/>
              </a:rPr>
              <a:t>Evaluate</a:t>
            </a:r>
          </a:p>
        </p:txBody>
      </p:sp>
      <p:sp>
        <p:nvSpPr>
          <p:cNvPr id="18" name="Rechteck 17"/>
          <p:cNvSpPr/>
          <p:nvPr/>
        </p:nvSpPr>
        <p:spPr>
          <a:xfrm>
            <a:off x="5117970" y="3348891"/>
            <a:ext cx="931477" cy="500357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9" name="Freihandform 18"/>
          <p:cNvSpPr/>
          <p:nvPr/>
        </p:nvSpPr>
        <p:spPr>
          <a:xfrm>
            <a:off x="6516416" y="3985265"/>
            <a:ext cx="1800000" cy="746725"/>
          </a:xfrm>
          <a:custGeom>
            <a:avLst/>
            <a:gdLst>
              <a:gd name="connsiteX0" fmla="*/ 0 w 1039793"/>
              <a:gd name="connsiteY0" fmla="*/ 121328 h 727821"/>
              <a:gd name="connsiteX1" fmla="*/ 121328 w 1039793"/>
              <a:gd name="connsiteY1" fmla="*/ 0 h 727821"/>
              <a:gd name="connsiteX2" fmla="*/ 918465 w 1039793"/>
              <a:gd name="connsiteY2" fmla="*/ 0 h 727821"/>
              <a:gd name="connsiteX3" fmla="*/ 1039793 w 1039793"/>
              <a:gd name="connsiteY3" fmla="*/ 121328 h 727821"/>
              <a:gd name="connsiteX4" fmla="*/ 1039793 w 1039793"/>
              <a:gd name="connsiteY4" fmla="*/ 606493 h 727821"/>
              <a:gd name="connsiteX5" fmla="*/ 918465 w 1039793"/>
              <a:gd name="connsiteY5" fmla="*/ 727821 h 727821"/>
              <a:gd name="connsiteX6" fmla="*/ 121328 w 1039793"/>
              <a:gd name="connsiteY6" fmla="*/ 727821 h 727821"/>
              <a:gd name="connsiteX7" fmla="*/ 0 w 1039793"/>
              <a:gd name="connsiteY7" fmla="*/ 606493 h 727821"/>
              <a:gd name="connsiteX8" fmla="*/ 0 w 1039793"/>
              <a:gd name="connsiteY8" fmla="*/ 121328 h 727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39793" h="727821">
                <a:moveTo>
                  <a:pt x="0" y="121328"/>
                </a:moveTo>
                <a:cubicBezTo>
                  <a:pt x="0" y="54320"/>
                  <a:pt x="54320" y="0"/>
                  <a:pt x="121328" y="0"/>
                </a:cubicBezTo>
                <a:lnTo>
                  <a:pt x="918465" y="0"/>
                </a:lnTo>
                <a:cubicBezTo>
                  <a:pt x="985473" y="0"/>
                  <a:pt x="1039793" y="54320"/>
                  <a:pt x="1039793" y="121328"/>
                </a:cubicBezTo>
                <a:lnTo>
                  <a:pt x="1039793" y="606493"/>
                </a:lnTo>
                <a:cubicBezTo>
                  <a:pt x="1039793" y="673501"/>
                  <a:pt x="985473" y="727821"/>
                  <a:pt x="918465" y="727821"/>
                </a:cubicBezTo>
                <a:lnTo>
                  <a:pt x="121328" y="727821"/>
                </a:lnTo>
                <a:cubicBezTo>
                  <a:pt x="54320" y="727821"/>
                  <a:pt x="0" y="673501"/>
                  <a:pt x="0" y="606493"/>
                </a:cubicBezTo>
                <a:lnTo>
                  <a:pt x="0" y="121328"/>
                </a:lnTo>
                <a:close/>
              </a:path>
            </a:pathLst>
          </a:custGeom>
          <a:solidFill>
            <a:srgbClr val="4F81BD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 rtl="0"/>
            <a:r>
              <a:rPr lang="en-US" sz="2000" b="1" dirty="0">
                <a:solidFill>
                  <a:prstClr val="white"/>
                </a:solidFill>
                <a:latin typeface="Calibri"/>
                <a:ea typeface="Arial"/>
                <a:cs typeface="Arial"/>
              </a:rPr>
              <a:t>Deploy &amp; </a:t>
            </a:r>
            <a:r>
              <a:rPr lang="en-US" sz="2000" b="1" dirty="0" smtClean="0">
                <a:solidFill>
                  <a:prstClr val="white"/>
                </a:solidFill>
                <a:latin typeface="Calibri"/>
                <a:ea typeface="Arial"/>
                <a:cs typeface="Arial"/>
              </a:rPr>
              <a:t/>
            </a:r>
            <a:br>
              <a:rPr lang="en-US" sz="2000" b="1" dirty="0" smtClean="0">
                <a:solidFill>
                  <a:prstClr val="white"/>
                </a:solidFill>
                <a:latin typeface="Calibri"/>
                <a:ea typeface="Arial"/>
                <a:cs typeface="Arial"/>
              </a:rPr>
            </a:br>
            <a:r>
              <a:rPr lang="en-US" sz="2000" b="1" dirty="0" smtClean="0">
                <a:solidFill>
                  <a:prstClr val="white"/>
                </a:solidFill>
                <a:latin typeface="Calibri"/>
                <a:ea typeface="Arial"/>
                <a:cs typeface="Arial"/>
              </a:rPr>
              <a:t>Maintain</a:t>
            </a:r>
            <a:endParaRPr lang="en-US" sz="2000" b="1" dirty="0">
              <a:solidFill>
                <a:prstClr val="white"/>
              </a:solidFill>
              <a:latin typeface="Calibri"/>
              <a:ea typeface="Arial"/>
              <a:cs typeface="Arial"/>
            </a:endParaRPr>
          </a:p>
        </p:txBody>
      </p:sp>
      <p:sp>
        <p:nvSpPr>
          <p:cNvPr id="21" name="Rechteck 20"/>
          <p:cNvSpPr/>
          <p:nvPr/>
        </p:nvSpPr>
        <p:spPr>
          <a:xfrm>
            <a:off x="6268590" y="1192744"/>
            <a:ext cx="2356737" cy="1200329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Unfortunately, software development does not work </a:t>
            </a:r>
            <a:r>
              <a:rPr lang="en-US" dirty="0" smtClean="0"/>
              <a:t>this </a:t>
            </a:r>
            <a:r>
              <a:rPr lang="en-US" dirty="0"/>
              <a:t>way…</a:t>
            </a:r>
          </a:p>
        </p:txBody>
      </p:sp>
    </p:spTree>
    <p:extLst>
      <p:ext uri="{BB962C8B-B14F-4D97-AF65-F5344CB8AC3E}">
        <p14:creationId xmlns:p14="http://schemas.microsoft.com/office/powerpoint/2010/main" val="3304639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Exemplary Software </a:t>
            </a:r>
            <a:r>
              <a:rPr lang="en-US" dirty="0"/>
              <a:t>Methodologies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0" dirty="0" smtClean="0"/>
              <a:t>Modern Approaches</a:t>
            </a:r>
            <a:endParaRPr lang="en-US" b="0" dirty="0"/>
          </a:p>
        </p:txBody>
      </p:sp>
      <p:sp>
        <p:nvSpPr>
          <p:cNvPr id="13" name="Freihandform 12"/>
          <p:cNvSpPr/>
          <p:nvPr/>
        </p:nvSpPr>
        <p:spPr>
          <a:xfrm>
            <a:off x="3339717" y="1132440"/>
            <a:ext cx="1265316" cy="822455"/>
          </a:xfrm>
          <a:custGeom>
            <a:avLst/>
            <a:gdLst>
              <a:gd name="connsiteX0" fmla="*/ 0 w 1265316"/>
              <a:gd name="connsiteY0" fmla="*/ 137079 h 822455"/>
              <a:gd name="connsiteX1" fmla="*/ 137079 w 1265316"/>
              <a:gd name="connsiteY1" fmla="*/ 0 h 822455"/>
              <a:gd name="connsiteX2" fmla="*/ 1128237 w 1265316"/>
              <a:gd name="connsiteY2" fmla="*/ 0 h 822455"/>
              <a:gd name="connsiteX3" fmla="*/ 1265316 w 1265316"/>
              <a:gd name="connsiteY3" fmla="*/ 137079 h 822455"/>
              <a:gd name="connsiteX4" fmla="*/ 1265316 w 1265316"/>
              <a:gd name="connsiteY4" fmla="*/ 685376 h 822455"/>
              <a:gd name="connsiteX5" fmla="*/ 1128237 w 1265316"/>
              <a:gd name="connsiteY5" fmla="*/ 822455 h 822455"/>
              <a:gd name="connsiteX6" fmla="*/ 137079 w 1265316"/>
              <a:gd name="connsiteY6" fmla="*/ 822455 h 822455"/>
              <a:gd name="connsiteX7" fmla="*/ 0 w 1265316"/>
              <a:gd name="connsiteY7" fmla="*/ 685376 h 822455"/>
              <a:gd name="connsiteX8" fmla="*/ 0 w 1265316"/>
              <a:gd name="connsiteY8" fmla="*/ 137079 h 822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65316" h="822455">
                <a:moveTo>
                  <a:pt x="0" y="137079"/>
                </a:moveTo>
                <a:cubicBezTo>
                  <a:pt x="0" y="61372"/>
                  <a:pt x="61372" y="0"/>
                  <a:pt x="137079" y="0"/>
                </a:cubicBezTo>
                <a:lnTo>
                  <a:pt x="1128237" y="0"/>
                </a:lnTo>
                <a:cubicBezTo>
                  <a:pt x="1203944" y="0"/>
                  <a:pt x="1265316" y="61372"/>
                  <a:pt x="1265316" y="137079"/>
                </a:cubicBezTo>
                <a:lnTo>
                  <a:pt x="1265316" y="685376"/>
                </a:lnTo>
                <a:cubicBezTo>
                  <a:pt x="1265316" y="761083"/>
                  <a:pt x="1203944" y="822455"/>
                  <a:pt x="1128237" y="822455"/>
                </a:cubicBezTo>
                <a:lnTo>
                  <a:pt x="137079" y="822455"/>
                </a:lnTo>
                <a:cubicBezTo>
                  <a:pt x="61372" y="822455"/>
                  <a:pt x="0" y="761083"/>
                  <a:pt x="0" y="685376"/>
                </a:cubicBezTo>
                <a:lnTo>
                  <a:pt x="0" y="137079"/>
                </a:lnTo>
                <a:close/>
              </a:path>
            </a:pathLst>
          </a:custGeom>
          <a:solidFill>
            <a:srgbClr val="4F81BD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 rtl="0"/>
            <a:r>
              <a:rPr lang="en-US" sz="2000" b="1" dirty="0">
                <a:solidFill>
                  <a:prstClr val="white"/>
                </a:solidFill>
                <a:latin typeface="Calibri"/>
                <a:ea typeface="Arial"/>
                <a:cs typeface="Arial"/>
              </a:rPr>
              <a:t>Design</a:t>
            </a:r>
          </a:p>
        </p:txBody>
      </p:sp>
      <p:sp>
        <p:nvSpPr>
          <p:cNvPr id="14" name="Freihandform 13"/>
          <p:cNvSpPr/>
          <p:nvPr/>
        </p:nvSpPr>
        <p:spPr>
          <a:xfrm>
            <a:off x="2612370" y="1543668"/>
            <a:ext cx="2720011" cy="2720011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2167693" y="265813"/>
                </a:moveTo>
                <a:arcTo wR="1360005" hR="1360005" stAng="18385993" swAng="1635349"/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5" name="Freihandform 14"/>
          <p:cNvSpPr/>
          <p:nvPr/>
        </p:nvSpPr>
        <p:spPr>
          <a:xfrm>
            <a:off x="4699723" y="2492446"/>
            <a:ext cx="1265316" cy="822455"/>
          </a:xfrm>
          <a:custGeom>
            <a:avLst/>
            <a:gdLst>
              <a:gd name="connsiteX0" fmla="*/ 0 w 1265316"/>
              <a:gd name="connsiteY0" fmla="*/ 137079 h 822455"/>
              <a:gd name="connsiteX1" fmla="*/ 137079 w 1265316"/>
              <a:gd name="connsiteY1" fmla="*/ 0 h 822455"/>
              <a:gd name="connsiteX2" fmla="*/ 1128237 w 1265316"/>
              <a:gd name="connsiteY2" fmla="*/ 0 h 822455"/>
              <a:gd name="connsiteX3" fmla="*/ 1265316 w 1265316"/>
              <a:gd name="connsiteY3" fmla="*/ 137079 h 822455"/>
              <a:gd name="connsiteX4" fmla="*/ 1265316 w 1265316"/>
              <a:gd name="connsiteY4" fmla="*/ 685376 h 822455"/>
              <a:gd name="connsiteX5" fmla="*/ 1128237 w 1265316"/>
              <a:gd name="connsiteY5" fmla="*/ 822455 h 822455"/>
              <a:gd name="connsiteX6" fmla="*/ 137079 w 1265316"/>
              <a:gd name="connsiteY6" fmla="*/ 822455 h 822455"/>
              <a:gd name="connsiteX7" fmla="*/ 0 w 1265316"/>
              <a:gd name="connsiteY7" fmla="*/ 685376 h 822455"/>
              <a:gd name="connsiteX8" fmla="*/ 0 w 1265316"/>
              <a:gd name="connsiteY8" fmla="*/ 137079 h 822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65316" h="822455">
                <a:moveTo>
                  <a:pt x="0" y="137079"/>
                </a:moveTo>
                <a:cubicBezTo>
                  <a:pt x="0" y="61372"/>
                  <a:pt x="61372" y="0"/>
                  <a:pt x="137079" y="0"/>
                </a:cubicBezTo>
                <a:lnTo>
                  <a:pt x="1128237" y="0"/>
                </a:lnTo>
                <a:cubicBezTo>
                  <a:pt x="1203944" y="0"/>
                  <a:pt x="1265316" y="61372"/>
                  <a:pt x="1265316" y="137079"/>
                </a:cubicBezTo>
                <a:lnTo>
                  <a:pt x="1265316" y="685376"/>
                </a:lnTo>
                <a:cubicBezTo>
                  <a:pt x="1265316" y="761083"/>
                  <a:pt x="1203944" y="822455"/>
                  <a:pt x="1128237" y="822455"/>
                </a:cubicBezTo>
                <a:lnTo>
                  <a:pt x="137079" y="822455"/>
                </a:lnTo>
                <a:cubicBezTo>
                  <a:pt x="61372" y="822455"/>
                  <a:pt x="0" y="761083"/>
                  <a:pt x="0" y="685376"/>
                </a:cubicBezTo>
                <a:lnTo>
                  <a:pt x="0" y="137079"/>
                </a:lnTo>
                <a:close/>
              </a:path>
            </a:pathLst>
          </a:custGeom>
          <a:solidFill>
            <a:srgbClr val="4F81BD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 rtl="0"/>
            <a:r>
              <a:rPr lang="en-US" sz="2000" b="1" dirty="0">
                <a:solidFill>
                  <a:prstClr val="white"/>
                </a:solidFill>
                <a:latin typeface="Calibri"/>
                <a:ea typeface="Arial"/>
                <a:cs typeface="Arial"/>
              </a:rPr>
              <a:t>Construct</a:t>
            </a:r>
          </a:p>
        </p:txBody>
      </p:sp>
      <p:sp>
        <p:nvSpPr>
          <p:cNvPr id="16" name="Freihandform 15"/>
          <p:cNvSpPr/>
          <p:nvPr/>
        </p:nvSpPr>
        <p:spPr>
          <a:xfrm>
            <a:off x="2612370" y="1543668"/>
            <a:ext cx="2720011" cy="2720011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2579116" y="1962818"/>
                </a:moveTo>
                <a:arcTo wR="1360005" hR="1360005" stAng="1578658" swAng="1635349"/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7" name="Freihandform 16"/>
          <p:cNvSpPr/>
          <p:nvPr/>
        </p:nvSpPr>
        <p:spPr>
          <a:xfrm>
            <a:off x="3339717" y="3852451"/>
            <a:ext cx="1265316" cy="822455"/>
          </a:xfrm>
          <a:custGeom>
            <a:avLst/>
            <a:gdLst>
              <a:gd name="connsiteX0" fmla="*/ 0 w 1265316"/>
              <a:gd name="connsiteY0" fmla="*/ 137079 h 822455"/>
              <a:gd name="connsiteX1" fmla="*/ 137079 w 1265316"/>
              <a:gd name="connsiteY1" fmla="*/ 0 h 822455"/>
              <a:gd name="connsiteX2" fmla="*/ 1128237 w 1265316"/>
              <a:gd name="connsiteY2" fmla="*/ 0 h 822455"/>
              <a:gd name="connsiteX3" fmla="*/ 1265316 w 1265316"/>
              <a:gd name="connsiteY3" fmla="*/ 137079 h 822455"/>
              <a:gd name="connsiteX4" fmla="*/ 1265316 w 1265316"/>
              <a:gd name="connsiteY4" fmla="*/ 685376 h 822455"/>
              <a:gd name="connsiteX5" fmla="*/ 1128237 w 1265316"/>
              <a:gd name="connsiteY5" fmla="*/ 822455 h 822455"/>
              <a:gd name="connsiteX6" fmla="*/ 137079 w 1265316"/>
              <a:gd name="connsiteY6" fmla="*/ 822455 h 822455"/>
              <a:gd name="connsiteX7" fmla="*/ 0 w 1265316"/>
              <a:gd name="connsiteY7" fmla="*/ 685376 h 822455"/>
              <a:gd name="connsiteX8" fmla="*/ 0 w 1265316"/>
              <a:gd name="connsiteY8" fmla="*/ 137079 h 822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65316" h="822455">
                <a:moveTo>
                  <a:pt x="0" y="137079"/>
                </a:moveTo>
                <a:cubicBezTo>
                  <a:pt x="0" y="61372"/>
                  <a:pt x="61372" y="0"/>
                  <a:pt x="137079" y="0"/>
                </a:cubicBezTo>
                <a:lnTo>
                  <a:pt x="1128237" y="0"/>
                </a:lnTo>
                <a:cubicBezTo>
                  <a:pt x="1203944" y="0"/>
                  <a:pt x="1265316" y="61372"/>
                  <a:pt x="1265316" y="137079"/>
                </a:cubicBezTo>
                <a:lnTo>
                  <a:pt x="1265316" y="685376"/>
                </a:lnTo>
                <a:cubicBezTo>
                  <a:pt x="1265316" y="761083"/>
                  <a:pt x="1203944" y="822455"/>
                  <a:pt x="1128237" y="822455"/>
                </a:cubicBezTo>
                <a:lnTo>
                  <a:pt x="137079" y="822455"/>
                </a:lnTo>
                <a:cubicBezTo>
                  <a:pt x="61372" y="822455"/>
                  <a:pt x="0" y="761083"/>
                  <a:pt x="0" y="685376"/>
                </a:cubicBezTo>
                <a:lnTo>
                  <a:pt x="0" y="137079"/>
                </a:lnTo>
                <a:close/>
              </a:path>
            </a:pathLst>
          </a:custGeom>
          <a:solidFill>
            <a:srgbClr val="4F81BD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 rtl="0"/>
            <a:r>
              <a:rPr lang="en-US" sz="2000" b="1" dirty="0">
                <a:solidFill>
                  <a:prstClr val="white"/>
                </a:solidFill>
                <a:latin typeface="Calibri"/>
                <a:ea typeface="Arial"/>
                <a:cs typeface="Arial"/>
              </a:rPr>
              <a:t>Evaluate</a:t>
            </a:r>
          </a:p>
        </p:txBody>
      </p:sp>
      <p:sp>
        <p:nvSpPr>
          <p:cNvPr id="18" name="Freihandform 17"/>
          <p:cNvSpPr/>
          <p:nvPr/>
        </p:nvSpPr>
        <p:spPr>
          <a:xfrm>
            <a:off x="2612370" y="1543668"/>
            <a:ext cx="2720011" cy="2720011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552318" y="2454197"/>
                </a:moveTo>
                <a:arcTo wR="1360005" hR="1360005" stAng="7585993" swAng="1635349"/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9" name="Freihandform 18"/>
          <p:cNvSpPr/>
          <p:nvPr/>
        </p:nvSpPr>
        <p:spPr>
          <a:xfrm>
            <a:off x="1979712" y="2492446"/>
            <a:ext cx="1265316" cy="822455"/>
          </a:xfrm>
          <a:custGeom>
            <a:avLst/>
            <a:gdLst>
              <a:gd name="connsiteX0" fmla="*/ 0 w 1265316"/>
              <a:gd name="connsiteY0" fmla="*/ 137079 h 822455"/>
              <a:gd name="connsiteX1" fmla="*/ 137079 w 1265316"/>
              <a:gd name="connsiteY1" fmla="*/ 0 h 822455"/>
              <a:gd name="connsiteX2" fmla="*/ 1128237 w 1265316"/>
              <a:gd name="connsiteY2" fmla="*/ 0 h 822455"/>
              <a:gd name="connsiteX3" fmla="*/ 1265316 w 1265316"/>
              <a:gd name="connsiteY3" fmla="*/ 137079 h 822455"/>
              <a:gd name="connsiteX4" fmla="*/ 1265316 w 1265316"/>
              <a:gd name="connsiteY4" fmla="*/ 685376 h 822455"/>
              <a:gd name="connsiteX5" fmla="*/ 1128237 w 1265316"/>
              <a:gd name="connsiteY5" fmla="*/ 822455 h 822455"/>
              <a:gd name="connsiteX6" fmla="*/ 137079 w 1265316"/>
              <a:gd name="connsiteY6" fmla="*/ 822455 h 822455"/>
              <a:gd name="connsiteX7" fmla="*/ 0 w 1265316"/>
              <a:gd name="connsiteY7" fmla="*/ 685376 h 822455"/>
              <a:gd name="connsiteX8" fmla="*/ 0 w 1265316"/>
              <a:gd name="connsiteY8" fmla="*/ 137079 h 822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65316" h="822455">
                <a:moveTo>
                  <a:pt x="0" y="137079"/>
                </a:moveTo>
                <a:cubicBezTo>
                  <a:pt x="0" y="61372"/>
                  <a:pt x="61372" y="0"/>
                  <a:pt x="137079" y="0"/>
                </a:cubicBezTo>
                <a:lnTo>
                  <a:pt x="1128237" y="0"/>
                </a:lnTo>
                <a:cubicBezTo>
                  <a:pt x="1203944" y="0"/>
                  <a:pt x="1265316" y="61372"/>
                  <a:pt x="1265316" y="137079"/>
                </a:cubicBezTo>
                <a:lnTo>
                  <a:pt x="1265316" y="685376"/>
                </a:lnTo>
                <a:cubicBezTo>
                  <a:pt x="1265316" y="761083"/>
                  <a:pt x="1203944" y="822455"/>
                  <a:pt x="1128237" y="822455"/>
                </a:cubicBezTo>
                <a:lnTo>
                  <a:pt x="137079" y="822455"/>
                </a:lnTo>
                <a:cubicBezTo>
                  <a:pt x="61372" y="822455"/>
                  <a:pt x="0" y="761083"/>
                  <a:pt x="0" y="685376"/>
                </a:cubicBezTo>
                <a:lnTo>
                  <a:pt x="0" y="137079"/>
                </a:lnTo>
                <a:close/>
              </a:path>
            </a:pathLst>
          </a:custGeom>
          <a:solidFill>
            <a:srgbClr val="4F81BD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 rtl="0"/>
            <a:r>
              <a:rPr lang="en-US" sz="2000" b="1" dirty="0">
                <a:solidFill>
                  <a:prstClr val="white"/>
                </a:solidFill>
                <a:latin typeface="Calibri"/>
              </a:rPr>
              <a:t>Plan / </a:t>
            </a:r>
            <a:r>
              <a:rPr lang="en-US" sz="2000" b="1" dirty="0" smtClean="0">
                <a:solidFill>
                  <a:prstClr val="white"/>
                </a:solidFill>
                <a:latin typeface="Calibri"/>
              </a:rPr>
              <a:t/>
            </a:r>
            <a:br>
              <a:rPr lang="en-US" sz="2000" b="1" dirty="0" smtClean="0">
                <a:solidFill>
                  <a:prstClr val="white"/>
                </a:solidFill>
                <a:latin typeface="Calibri"/>
              </a:rPr>
            </a:br>
            <a:r>
              <a:rPr lang="en-US" sz="2000" b="1" dirty="0" smtClean="0">
                <a:solidFill>
                  <a:prstClr val="white"/>
                </a:solidFill>
                <a:latin typeface="Calibri"/>
              </a:rPr>
              <a:t>Analyze</a:t>
            </a:r>
            <a:endParaRPr lang="en-US" sz="2000" b="1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0" name="Freihandform 19"/>
          <p:cNvSpPr/>
          <p:nvPr/>
        </p:nvSpPr>
        <p:spPr>
          <a:xfrm>
            <a:off x="2612370" y="1543668"/>
            <a:ext cx="2720011" cy="2720011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140894" y="757192"/>
                </a:moveTo>
                <a:arcTo wR="1360005" hR="1360005" stAng="12378658" swAng="1635349"/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1" name="Rechteck 20"/>
          <p:cNvSpPr/>
          <p:nvPr/>
        </p:nvSpPr>
        <p:spPr bwMode="auto">
          <a:xfrm>
            <a:off x="7274362" y="3948869"/>
            <a:ext cx="1296144" cy="6838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smtClean="0">
                <a:solidFill>
                  <a:schemeClr val="tx1"/>
                </a:solidFill>
              </a:rPr>
              <a:t>User</a:t>
            </a:r>
            <a:endParaRPr lang="de-DE" b="1" dirty="0">
              <a:solidFill>
                <a:schemeClr val="tx1"/>
              </a:solidFill>
            </a:endParaRPr>
          </a:p>
        </p:txBody>
      </p:sp>
      <p:cxnSp>
        <p:nvCxnSpPr>
          <p:cNvPr id="23" name="Gerade Verbindung mit Pfeil 22"/>
          <p:cNvCxnSpPr>
            <a:endCxn id="21" idx="0"/>
          </p:cNvCxnSpPr>
          <p:nvPr/>
        </p:nvCxnSpPr>
        <p:spPr>
          <a:xfrm>
            <a:off x="5965039" y="2903673"/>
            <a:ext cx="1957395" cy="10451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/>
          <p:cNvCxnSpPr>
            <a:stCxn id="21" idx="1"/>
          </p:cNvCxnSpPr>
          <p:nvPr/>
        </p:nvCxnSpPr>
        <p:spPr>
          <a:xfrm flipH="1">
            <a:off x="4605033" y="4290778"/>
            <a:ext cx="2669329" cy="19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hteck 28"/>
          <p:cNvSpPr/>
          <p:nvPr/>
        </p:nvSpPr>
        <p:spPr bwMode="auto">
          <a:xfrm>
            <a:off x="395536" y="1271078"/>
            <a:ext cx="1296144" cy="6838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Initial Idea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31" name="Gerade Verbindung mit Pfeil 30"/>
          <p:cNvCxnSpPr>
            <a:stCxn id="29" idx="2"/>
          </p:cNvCxnSpPr>
          <p:nvPr/>
        </p:nvCxnSpPr>
        <p:spPr>
          <a:xfrm rot="16200000" flipH="1">
            <a:off x="1037271" y="1961232"/>
            <a:ext cx="948778" cy="936104"/>
          </a:xfrm>
          <a:prstGeom prst="curvedConnector3">
            <a:avLst>
              <a:gd name="adj1" fmla="val 98908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feld 32"/>
          <p:cNvSpPr txBox="1"/>
          <p:nvPr/>
        </p:nvSpPr>
        <p:spPr>
          <a:xfrm>
            <a:off x="5332381" y="4371950"/>
            <a:ext cx="1399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 smtClean="0"/>
              <a:t>Feedback</a:t>
            </a:r>
            <a:endParaRPr lang="de-DE" b="1" dirty="0"/>
          </a:p>
        </p:txBody>
      </p:sp>
      <p:sp>
        <p:nvSpPr>
          <p:cNvPr id="39" name="Textfeld 38"/>
          <p:cNvSpPr txBox="1"/>
          <p:nvPr/>
        </p:nvSpPr>
        <p:spPr>
          <a:xfrm rot="1526185">
            <a:off x="6311659" y="2854476"/>
            <a:ext cx="1399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Deploy</a:t>
            </a:r>
            <a:endParaRPr lang="en-US" b="1" dirty="0"/>
          </a:p>
        </p:txBody>
      </p:sp>
      <p:sp>
        <p:nvSpPr>
          <p:cNvPr id="42" name="Rechteck 41"/>
          <p:cNvSpPr/>
          <p:nvPr/>
        </p:nvSpPr>
        <p:spPr>
          <a:xfrm>
            <a:off x="6268590" y="1192744"/>
            <a:ext cx="2356737" cy="1200329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Aiming for short iterations / frequent releases to achieve early </a:t>
            </a:r>
            <a:r>
              <a:rPr lang="en-US" dirty="0" smtClean="0"/>
              <a:t>feedback!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363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Change Management</a:t>
            </a:r>
            <a:endParaRPr lang="en-GB" dirty="0"/>
          </a:p>
        </p:txBody>
      </p:sp>
      <p:sp>
        <p:nvSpPr>
          <p:cNvPr id="7" name="Untertitel 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sz="1800" dirty="0"/>
              <a:t>Makes sure that results of the </a:t>
            </a:r>
            <a:r>
              <a:rPr lang="en-US" sz="1800" dirty="0" smtClean="0"/>
              <a:t>software development </a:t>
            </a:r>
            <a:r>
              <a:rPr lang="en-US" sz="1800" dirty="0"/>
              <a:t>activities </a:t>
            </a:r>
            <a:r>
              <a:rPr lang="en-US" sz="1800" dirty="0" smtClean="0"/>
              <a:t>are </a:t>
            </a:r>
            <a:r>
              <a:rPr lang="en-US" sz="1800" dirty="0"/>
              <a:t>managed </a:t>
            </a:r>
            <a:r>
              <a:rPr lang="en-US" sz="1800" dirty="0" smtClean="0"/>
              <a:t>in</a:t>
            </a:r>
            <a:br>
              <a:rPr lang="en-US" sz="1800" dirty="0" smtClean="0"/>
            </a:br>
            <a:r>
              <a:rPr lang="en-US" sz="1800" dirty="0" smtClean="0"/>
              <a:t>a </a:t>
            </a:r>
            <a:r>
              <a:rPr lang="en-US" sz="1800" b="1" dirty="0" smtClean="0"/>
              <a:t>safe</a:t>
            </a:r>
            <a:r>
              <a:rPr lang="en-US" sz="1800" dirty="0" smtClean="0"/>
              <a:t>, </a:t>
            </a:r>
            <a:r>
              <a:rPr lang="en-US" sz="1800" b="1" dirty="0" smtClean="0"/>
              <a:t>traceable</a:t>
            </a:r>
            <a:r>
              <a:rPr lang="en-US" sz="1800" dirty="0" smtClean="0"/>
              <a:t>, and </a:t>
            </a:r>
            <a:r>
              <a:rPr lang="en-US" sz="1800" b="1" dirty="0" smtClean="0"/>
              <a:t>reproducible</a:t>
            </a:r>
            <a:r>
              <a:rPr lang="en-US" sz="1800" dirty="0" smtClean="0"/>
              <a:t> way! </a:t>
            </a:r>
            <a:endParaRPr lang="en-US" sz="1800" dirty="0"/>
          </a:p>
          <a:p>
            <a:pPr>
              <a:spcAft>
                <a:spcPts val="1800"/>
              </a:spcAft>
            </a:pPr>
            <a:r>
              <a:rPr lang="en-US" sz="1800" dirty="0"/>
              <a:t>It helps to answer typical </a:t>
            </a:r>
            <a:r>
              <a:rPr lang="en-US" sz="1800" dirty="0" smtClean="0"/>
              <a:t>questions such as:</a:t>
            </a:r>
            <a:endParaRPr lang="en-US" sz="1800" dirty="0"/>
          </a:p>
          <a:p>
            <a:pPr lvl="1">
              <a:spcAft>
                <a:spcPts val="1800"/>
              </a:spcAft>
            </a:pPr>
            <a:r>
              <a:rPr lang="en-US" sz="1800" dirty="0"/>
              <a:t>Where is the code?</a:t>
            </a:r>
          </a:p>
          <a:p>
            <a:pPr lvl="1">
              <a:spcAft>
                <a:spcPts val="1800"/>
              </a:spcAft>
            </a:pPr>
            <a:r>
              <a:rPr lang="en-US" sz="1800" dirty="0"/>
              <a:t>How do I build and test the software?</a:t>
            </a:r>
          </a:p>
          <a:p>
            <a:pPr lvl="1">
              <a:spcAft>
                <a:spcPts val="1800"/>
              </a:spcAft>
            </a:pPr>
            <a:r>
              <a:rPr lang="en-US" sz="1800" dirty="0"/>
              <a:t>Who is working on feature XYZ?</a:t>
            </a:r>
          </a:p>
          <a:p>
            <a:pPr lvl="1">
              <a:spcAft>
                <a:spcPts val="1800"/>
              </a:spcAft>
            </a:pPr>
            <a:r>
              <a:rPr lang="en-US" sz="1800" dirty="0"/>
              <a:t>When is the next release </a:t>
            </a:r>
            <a:r>
              <a:rPr lang="en-US" sz="1800" dirty="0" smtClean="0"/>
              <a:t>scheduled </a:t>
            </a:r>
            <a:br>
              <a:rPr lang="en-US" sz="1800" dirty="0" smtClean="0"/>
            </a:br>
            <a:r>
              <a:rPr lang="en-US" sz="1800" dirty="0" smtClean="0"/>
              <a:t>and what will it deliver?</a:t>
            </a:r>
            <a:endParaRPr lang="en-US" sz="1800" dirty="0"/>
          </a:p>
          <a:p>
            <a:pPr marL="0" indent="0">
              <a:spcAft>
                <a:spcPts val="1800"/>
              </a:spcAft>
              <a:buNone/>
            </a:pPr>
            <a:endParaRPr lang="en-US" sz="1800" dirty="0"/>
          </a:p>
        </p:txBody>
      </p:sp>
      <p:sp>
        <p:nvSpPr>
          <p:cNvPr id="5" name="Rechteck 4"/>
          <p:cNvSpPr/>
          <p:nvPr/>
        </p:nvSpPr>
        <p:spPr>
          <a:xfrm>
            <a:off x="5292080" y="3038638"/>
            <a:ext cx="3312368" cy="1477328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r>
              <a:rPr lang="en-US" b="1" dirty="0" smtClean="0"/>
              <a:t>Goals: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Keep </a:t>
            </a:r>
            <a:r>
              <a:rPr lang="en-US" dirty="0"/>
              <a:t>control over </a:t>
            </a:r>
            <a:r>
              <a:rPr lang="en-US" dirty="0" smtClean="0"/>
              <a:t>changes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Ensure quality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 productivity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Keep status </a:t>
            </a:r>
            <a:r>
              <a:rPr lang="en-US" dirty="0" smtClean="0"/>
              <a:t>transparent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735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WANTED: A Change Process fitting your Needs!</a:t>
            </a:r>
            <a:endParaRPr lang="en-US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467544" y="1349381"/>
            <a:ext cx="8064896" cy="3215416"/>
            <a:chOff x="1751514" y="1802662"/>
            <a:chExt cx="8522537" cy="4133764"/>
          </a:xfrm>
        </p:grpSpPr>
        <p:sp>
          <p:nvSpPr>
            <p:cNvPr id="5" name="Rectangle 36"/>
            <p:cNvSpPr>
              <a:spLocks noChangeArrowheads="1"/>
            </p:cNvSpPr>
            <p:nvPr/>
          </p:nvSpPr>
          <p:spPr bwMode="auto">
            <a:xfrm>
              <a:off x="8496516" y="5036314"/>
              <a:ext cx="1532773" cy="900112"/>
            </a:xfrm>
            <a:prstGeom prst="rect">
              <a:avLst/>
            </a:prstGeom>
            <a:solidFill>
              <a:srgbClr val="9BBB59"/>
            </a:solidFill>
            <a:ln w="9525">
              <a:noFill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US" sz="2000" b="1" kern="0" dirty="0" smtClean="0">
                  <a:solidFill>
                    <a:prstClr val="white"/>
                  </a:solidFill>
                  <a:latin typeface="Calibri"/>
                </a:rPr>
                <a:t>Iteration</a:t>
              </a:r>
              <a:br>
                <a:rPr lang="en-US" sz="2000" b="1" kern="0" dirty="0" smtClean="0">
                  <a:solidFill>
                    <a:prstClr val="white"/>
                  </a:solidFill>
                  <a:latin typeface="Calibri"/>
                </a:rPr>
              </a:br>
              <a:r>
                <a:rPr lang="en-US" sz="2000" b="1" kern="0" dirty="0" smtClean="0">
                  <a:solidFill>
                    <a:prstClr val="white"/>
                  </a:solidFill>
                  <a:latin typeface="Calibri"/>
                </a:rPr>
                <a:t> closing</a:t>
              </a:r>
            </a:p>
          </p:txBody>
        </p:sp>
        <p:grpSp>
          <p:nvGrpSpPr>
            <p:cNvPr id="6" name="Gruppieren 5"/>
            <p:cNvGrpSpPr/>
            <p:nvPr/>
          </p:nvGrpSpPr>
          <p:grpSpPr>
            <a:xfrm>
              <a:off x="1751514" y="2495930"/>
              <a:ext cx="8522537" cy="2734064"/>
              <a:chOff x="1730692" y="2711954"/>
              <a:chExt cx="6743700" cy="2089152"/>
            </a:xfrm>
          </p:grpSpPr>
          <p:sp>
            <p:nvSpPr>
              <p:cNvPr id="10" name="Rectangle 42"/>
              <p:cNvSpPr>
                <a:spLocks noChangeArrowheads="1"/>
              </p:cNvSpPr>
              <p:nvPr/>
            </p:nvSpPr>
            <p:spPr bwMode="auto">
              <a:xfrm>
                <a:off x="1730692" y="3019927"/>
                <a:ext cx="6624637" cy="1368425"/>
              </a:xfrm>
              <a:prstGeom prst="rect">
                <a:avLst/>
              </a:prstGeom>
              <a:solidFill>
                <a:sysClr val="window" lastClr="FFFFFF">
                  <a:lumMod val="85000"/>
                  <a:alpha val="50000"/>
                </a:sysClr>
              </a:solidFill>
              <a:ln w="9525">
                <a:noFill/>
                <a:miter lim="800000"/>
                <a:headEnd/>
                <a:tailEnd/>
              </a:ln>
              <a:effectLst/>
              <a:extLst/>
            </p:spPr>
            <p:txBody>
              <a:bodyPr wrap="none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endParaRPr lang="en-US" kern="0" smtClean="0">
                  <a:gradFill flip="none" rotWithShape="1">
                    <a:gsLst>
                      <a:gs pos="0">
                        <a:srgbClr val="000000">
                          <a:tint val="66000"/>
                          <a:satMod val="160000"/>
                        </a:srgbClr>
                      </a:gs>
                      <a:gs pos="50000">
                        <a:srgbClr val="000000">
                          <a:tint val="44500"/>
                          <a:satMod val="160000"/>
                        </a:srgbClr>
                      </a:gs>
                      <a:gs pos="100000">
                        <a:srgbClr val="000000">
                          <a:tint val="23500"/>
                          <a:satMod val="16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Calibri"/>
                </a:endParaRPr>
              </a:p>
            </p:txBody>
          </p:sp>
          <p:sp>
            <p:nvSpPr>
              <p:cNvPr id="11" name="Rectangle 40"/>
              <p:cNvSpPr>
                <a:spLocks noChangeArrowheads="1"/>
              </p:cNvSpPr>
              <p:nvPr/>
            </p:nvSpPr>
            <p:spPr bwMode="auto">
              <a:xfrm>
                <a:off x="1787842" y="3081839"/>
                <a:ext cx="6624637" cy="1368425"/>
              </a:xfrm>
              <a:prstGeom prst="rect">
                <a:avLst/>
              </a:prstGeom>
              <a:solidFill>
                <a:sysClr val="window" lastClr="FFFFFF">
                  <a:lumMod val="85000"/>
                  <a:alpha val="60000"/>
                </a:sysClr>
              </a:solidFill>
              <a:ln w="9525">
                <a:noFill/>
                <a:miter lim="800000"/>
                <a:headEnd/>
                <a:tailEnd/>
              </a:ln>
              <a:effectLst/>
              <a:extLst/>
            </p:spPr>
            <p:txBody>
              <a:bodyPr wrap="none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endParaRPr lang="en-US" kern="0" smtClean="0">
                  <a:gradFill flip="none" rotWithShape="1">
                    <a:gsLst>
                      <a:gs pos="0">
                        <a:srgbClr val="000000">
                          <a:tint val="66000"/>
                          <a:satMod val="160000"/>
                        </a:srgbClr>
                      </a:gs>
                      <a:gs pos="50000">
                        <a:srgbClr val="000000">
                          <a:tint val="44500"/>
                          <a:satMod val="160000"/>
                        </a:srgbClr>
                      </a:gs>
                      <a:gs pos="100000">
                        <a:srgbClr val="000000">
                          <a:tint val="23500"/>
                          <a:satMod val="16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Calibri"/>
                </a:endParaRPr>
              </a:p>
            </p:txBody>
          </p:sp>
          <p:sp>
            <p:nvSpPr>
              <p:cNvPr id="12" name="Rectangle 41"/>
              <p:cNvSpPr>
                <a:spLocks noChangeArrowheads="1"/>
              </p:cNvSpPr>
              <p:nvPr/>
            </p:nvSpPr>
            <p:spPr bwMode="auto">
              <a:xfrm>
                <a:off x="1849754" y="3143752"/>
                <a:ext cx="6624638" cy="1368425"/>
              </a:xfrm>
              <a:prstGeom prst="rect">
                <a:avLst/>
              </a:prstGeom>
              <a:solidFill>
                <a:sysClr val="window" lastClr="FFFFFF">
                  <a:lumMod val="85000"/>
                  <a:alpha val="70000"/>
                </a:sysClr>
              </a:solidFill>
              <a:ln w="9525">
                <a:noFill/>
                <a:miter lim="800000"/>
                <a:headEnd/>
                <a:tailEnd/>
              </a:ln>
              <a:effectLst/>
              <a:extLst/>
            </p:spPr>
            <p:txBody>
              <a:bodyPr wrap="none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endParaRPr lang="en-US" kern="0" smtClean="0">
                  <a:gradFill flip="none" rotWithShape="1">
                    <a:gsLst>
                      <a:gs pos="0">
                        <a:srgbClr val="000000">
                          <a:tint val="66000"/>
                          <a:satMod val="160000"/>
                        </a:srgbClr>
                      </a:gs>
                      <a:gs pos="50000">
                        <a:srgbClr val="000000">
                          <a:tint val="44500"/>
                          <a:satMod val="160000"/>
                        </a:srgbClr>
                      </a:gs>
                      <a:gs pos="100000">
                        <a:srgbClr val="000000">
                          <a:tint val="23500"/>
                          <a:satMod val="16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Calibri"/>
                </a:endParaRPr>
              </a:p>
            </p:txBody>
          </p:sp>
          <p:sp>
            <p:nvSpPr>
              <p:cNvPr id="13" name="AutoShape 3"/>
              <p:cNvSpPr>
                <a:spLocks noChangeArrowheads="1"/>
              </p:cNvSpPr>
              <p:nvPr/>
            </p:nvSpPr>
            <p:spPr bwMode="auto">
              <a:xfrm>
                <a:off x="6696392" y="3488239"/>
                <a:ext cx="371475" cy="428625"/>
              </a:xfrm>
              <a:prstGeom prst="rightArrow">
                <a:avLst>
                  <a:gd name="adj1" fmla="val 50000"/>
                  <a:gd name="adj2" fmla="val 25000"/>
                </a:avLst>
              </a:prstGeom>
              <a:solidFill>
                <a:sysClr val="window" lastClr="FFFFFF"/>
              </a:solidFill>
              <a:ln w="9525">
                <a:noFill/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extLst/>
            </p:spPr>
            <p:txBody>
              <a:bodyPr wrap="none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endParaRPr lang="en-US" kern="0" smtClean="0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4" name="AutoShape 4"/>
              <p:cNvSpPr>
                <a:spLocks noChangeArrowheads="1"/>
              </p:cNvSpPr>
              <p:nvPr/>
            </p:nvSpPr>
            <p:spPr bwMode="auto">
              <a:xfrm>
                <a:off x="5616892" y="3488239"/>
                <a:ext cx="371475" cy="428625"/>
              </a:xfrm>
              <a:prstGeom prst="rightArrow">
                <a:avLst>
                  <a:gd name="adj1" fmla="val 50000"/>
                  <a:gd name="adj2" fmla="val 25000"/>
                </a:avLst>
              </a:prstGeom>
              <a:solidFill>
                <a:sysClr val="window" lastClr="FFFFFF"/>
              </a:solidFill>
              <a:ln w="9525">
                <a:noFill/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extLst/>
            </p:spPr>
            <p:txBody>
              <a:bodyPr wrap="none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endParaRPr lang="en-US" kern="0" smtClean="0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5" name="AutoShape 5"/>
              <p:cNvSpPr>
                <a:spLocks noChangeArrowheads="1"/>
              </p:cNvSpPr>
              <p:nvPr/>
            </p:nvSpPr>
            <p:spPr bwMode="auto">
              <a:xfrm>
                <a:off x="4524692" y="3488239"/>
                <a:ext cx="371475" cy="428625"/>
              </a:xfrm>
              <a:prstGeom prst="rightArrow">
                <a:avLst>
                  <a:gd name="adj1" fmla="val 50000"/>
                  <a:gd name="adj2" fmla="val 25000"/>
                </a:avLst>
              </a:prstGeom>
              <a:solidFill>
                <a:sysClr val="window" lastClr="FFFFFF"/>
              </a:solidFill>
              <a:ln w="9525">
                <a:noFill/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extLst/>
            </p:spPr>
            <p:txBody>
              <a:bodyPr wrap="none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endParaRPr lang="en-US" kern="0" smtClean="0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6" name="AutoShape 6"/>
              <p:cNvSpPr>
                <a:spLocks noChangeArrowheads="1"/>
              </p:cNvSpPr>
              <p:nvPr/>
            </p:nvSpPr>
            <p:spPr bwMode="auto">
              <a:xfrm>
                <a:off x="3364229" y="3488239"/>
                <a:ext cx="371475" cy="428625"/>
              </a:xfrm>
              <a:prstGeom prst="rightArrow">
                <a:avLst>
                  <a:gd name="adj1" fmla="val 50000"/>
                  <a:gd name="adj2" fmla="val 25000"/>
                </a:avLst>
              </a:prstGeom>
              <a:solidFill>
                <a:sysClr val="window" lastClr="FFFFFF"/>
              </a:solidFill>
              <a:ln w="9525">
                <a:noFill/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extLst/>
            </p:spPr>
            <p:txBody>
              <a:bodyPr wrap="none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endParaRPr lang="en-US" kern="0" smtClean="0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17" name="Rectangle 7"/>
              <p:cNvSpPr>
                <a:spLocks noChangeArrowheads="1"/>
              </p:cNvSpPr>
              <p:nvPr/>
            </p:nvSpPr>
            <p:spPr bwMode="auto">
              <a:xfrm>
                <a:off x="1903729" y="3272339"/>
                <a:ext cx="1441450" cy="900113"/>
              </a:xfrm>
              <a:prstGeom prst="rect">
                <a:avLst/>
              </a:prstGeom>
              <a:solidFill>
                <a:srgbClr val="4F81BD"/>
              </a:solidFill>
              <a:ln w="9525">
                <a:noFill/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r>
                  <a:rPr lang="en-US" sz="2000" b="1" kern="0" dirty="0" smtClean="0">
                    <a:solidFill>
                      <a:prstClr val="white"/>
                    </a:solidFill>
                    <a:latin typeface="Calibri"/>
                  </a:rPr>
                  <a:t>Assigned </a:t>
                </a:r>
                <a:br>
                  <a:rPr lang="en-US" sz="2000" b="1" kern="0" dirty="0" smtClean="0">
                    <a:solidFill>
                      <a:prstClr val="white"/>
                    </a:solidFill>
                    <a:latin typeface="Calibri"/>
                  </a:rPr>
                </a:br>
                <a:r>
                  <a:rPr lang="en-US" sz="2000" b="1" kern="0" dirty="0" smtClean="0">
                    <a:solidFill>
                      <a:prstClr val="white"/>
                    </a:solidFill>
                    <a:latin typeface="Calibri"/>
                  </a:rPr>
                  <a:t>Task</a:t>
                </a:r>
              </a:p>
            </p:txBody>
          </p:sp>
          <p:sp>
            <p:nvSpPr>
              <p:cNvPr id="18" name="Rectangle 8"/>
              <p:cNvSpPr>
                <a:spLocks noChangeArrowheads="1"/>
              </p:cNvSpPr>
              <p:nvPr/>
            </p:nvSpPr>
            <p:spPr bwMode="auto">
              <a:xfrm>
                <a:off x="3732529" y="3272339"/>
                <a:ext cx="792163" cy="900113"/>
              </a:xfrm>
              <a:prstGeom prst="rect">
                <a:avLst/>
              </a:prstGeom>
              <a:solidFill>
                <a:srgbClr val="4F81BD"/>
              </a:solidFill>
              <a:ln w="9525">
                <a:noFill/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r>
                  <a:rPr lang="de-DE" sz="2000" b="1" kern="0" dirty="0" smtClean="0">
                    <a:solidFill>
                      <a:prstClr val="white"/>
                    </a:solidFill>
                    <a:latin typeface="Calibri"/>
                  </a:rPr>
                  <a:t>Design</a:t>
                </a:r>
              </a:p>
            </p:txBody>
          </p:sp>
          <p:sp>
            <p:nvSpPr>
              <p:cNvPr id="19" name="Rectangle 9"/>
              <p:cNvSpPr>
                <a:spLocks noChangeArrowheads="1"/>
              </p:cNvSpPr>
              <p:nvPr/>
            </p:nvSpPr>
            <p:spPr bwMode="auto">
              <a:xfrm>
                <a:off x="4896167" y="3272339"/>
                <a:ext cx="720725" cy="900113"/>
              </a:xfrm>
              <a:prstGeom prst="rect">
                <a:avLst/>
              </a:prstGeom>
              <a:solidFill>
                <a:srgbClr val="4F81BD"/>
              </a:solidFill>
              <a:ln w="9525">
                <a:noFill/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r>
                  <a:rPr lang="en-US" sz="2000" b="1" kern="0" dirty="0" smtClean="0">
                    <a:solidFill>
                      <a:prstClr val="white"/>
                    </a:solidFill>
                    <a:latin typeface="Calibri"/>
                  </a:rPr>
                  <a:t>Coding</a:t>
                </a:r>
                <a:endParaRPr lang="en-US" sz="2000" kern="0" dirty="0" smtClean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20" name="Rectangle 10"/>
              <p:cNvSpPr>
                <a:spLocks noChangeArrowheads="1"/>
              </p:cNvSpPr>
              <p:nvPr/>
            </p:nvSpPr>
            <p:spPr bwMode="auto">
              <a:xfrm>
                <a:off x="5977254" y="3272339"/>
                <a:ext cx="784225" cy="900113"/>
              </a:xfrm>
              <a:prstGeom prst="rect">
                <a:avLst/>
              </a:prstGeom>
              <a:solidFill>
                <a:srgbClr val="4F81BD"/>
              </a:solidFill>
              <a:ln w="9525">
                <a:noFill/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r>
                  <a:rPr lang="en-US" sz="2000" b="1" kern="0" dirty="0" smtClean="0">
                    <a:solidFill>
                      <a:prstClr val="white"/>
                    </a:solidFill>
                    <a:latin typeface="Calibri"/>
                  </a:rPr>
                  <a:t>Testing</a:t>
                </a:r>
                <a:endParaRPr lang="en-US" sz="2000" kern="0" dirty="0" smtClean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21" name="Rectangle 11"/>
              <p:cNvSpPr>
                <a:spLocks noChangeArrowheads="1"/>
              </p:cNvSpPr>
              <p:nvPr/>
            </p:nvSpPr>
            <p:spPr bwMode="auto">
              <a:xfrm>
                <a:off x="7056754" y="3272339"/>
                <a:ext cx="1223963" cy="900113"/>
              </a:xfrm>
              <a:prstGeom prst="rect">
                <a:avLst/>
              </a:prstGeom>
              <a:solidFill>
                <a:srgbClr val="4F81BD"/>
              </a:solidFill>
              <a:ln w="9525">
                <a:noFill/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r>
                  <a:rPr lang="en-US" sz="2000" b="1" kern="0" dirty="0" smtClean="0">
                    <a:solidFill>
                      <a:prstClr val="white"/>
                    </a:solidFill>
                    <a:latin typeface="Calibri"/>
                  </a:rPr>
                  <a:t>Resolved</a:t>
                </a:r>
                <a:br>
                  <a:rPr lang="en-US" sz="2000" b="1" kern="0" dirty="0" smtClean="0">
                    <a:solidFill>
                      <a:prstClr val="white"/>
                    </a:solidFill>
                    <a:latin typeface="Calibri"/>
                  </a:rPr>
                </a:br>
                <a:r>
                  <a:rPr lang="en-US" sz="2000" b="1" kern="0" dirty="0" smtClean="0">
                    <a:solidFill>
                      <a:prstClr val="white"/>
                    </a:solidFill>
                    <a:latin typeface="Calibri"/>
                  </a:rPr>
                  <a:t>Task</a:t>
                </a:r>
              </a:p>
            </p:txBody>
          </p:sp>
          <p:sp>
            <p:nvSpPr>
              <p:cNvPr id="22" name="Text Box 13"/>
              <p:cNvSpPr txBox="1">
                <a:spLocks noChangeArrowheads="1"/>
              </p:cNvSpPr>
              <p:nvPr/>
            </p:nvSpPr>
            <p:spPr bwMode="auto">
              <a:xfrm>
                <a:off x="4288154" y="3437439"/>
                <a:ext cx="18415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endParaRPr lang="en-US" sz="2400" kern="0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23" name="AutoShape 37"/>
              <p:cNvSpPr>
                <a:spLocks noChangeArrowheads="1"/>
              </p:cNvSpPr>
              <p:nvPr/>
            </p:nvSpPr>
            <p:spPr bwMode="auto">
              <a:xfrm>
                <a:off x="7426642" y="4280402"/>
                <a:ext cx="485775" cy="358775"/>
              </a:xfrm>
              <a:prstGeom prst="downArrow">
                <a:avLst>
                  <a:gd name="adj1" fmla="val 50000"/>
                  <a:gd name="adj2" fmla="val 25000"/>
                </a:avLst>
              </a:prstGeom>
              <a:solidFill>
                <a:srgbClr val="FFFFFF"/>
              </a:solidFill>
              <a:ln w="12700">
                <a:noFill/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extLst/>
            </p:spPr>
            <p:txBody>
              <a:bodyPr wrap="none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endParaRPr lang="en-US" kern="0" smtClean="0">
                  <a:solidFill>
                    <a:srgbClr val="000000"/>
                  </a:solidFill>
                  <a:latin typeface="Calibri"/>
                </a:endParaRPr>
              </a:p>
            </p:txBody>
          </p:sp>
          <p:sp>
            <p:nvSpPr>
              <p:cNvPr id="24" name="AutoShape 33"/>
              <p:cNvSpPr>
                <a:spLocks noChangeArrowheads="1"/>
              </p:cNvSpPr>
              <p:nvPr/>
            </p:nvSpPr>
            <p:spPr bwMode="auto">
              <a:xfrm>
                <a:off x="2375217" y="2877052"/>
                <a:ext cx="485775" cy="358775"/>
              </a:xfrm>
              <a:prstGeom prst="downArrow">
                <a:avLst>
                  <a:gd name="adj1" fmla="val 50000"/>
                  <a:gd name="adj2" fmla="val 25000"/>
                </a:avLst>
              </a:prstGeom>
              <a:solidFill>
                <a:srgbClr val="FFFFFF"/>
              </a:solidFill>
              <a:ln w="12700">
                <a:noFill/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extLst/>
            </p:spPr>
            <p:txBody>
              <a:bodyPr wrap="none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endParaRPr lang="en-US" kern="0" smtClean="0">
                  <a:solidFill>
                    <a:srgbClr val="000000"/>
                  </a:solidFill>
                  <a:latin typeface="Calibri"/>
                </a:endParaRPr>
              </a:p>
            </p:txBody>
          </p:sp>
          <p:grpSp>
            <p:nvGrpSpPr>
              <p:cNvPr id="25" name="Diagram 2"/>
              <p:cNvGrpSpPr>
                <a:grpSpLocks/>
              </p:cNvGrpSpPr>
              <p:nvPr/>
            </p:nvGrpSpPr>
            <p:grpSpPr bwMode="auto">
              <a:xfrm>
                <a:off x="4688210" y="2711954"/>
                <a:ext cx="2319340" cy="2089152"/>
                <a:chOff x="2613" y="2011"/>
                <a:chExt cx="1461" cy="1316"/>
              </a:xfrm>
            </p:grpSpPr>
            <p:sp>
              <p:nvSpPr>
                <p:cNvPr id="26" name="_s3076"/>
                <p:cNvSpPr>
                  <a:spLocks noChangeArrowheads="1" noTextEdit="1"/>
                </p:cNvSpPr>
                <p:nvPr/>
              </p:nvSpPr>
              <p:spPr bwMode="auto">
                <a:xfrm>
                  <a:off x="3001" y="2011"/>
                  <a:ext cx="685" cy="685"/>
                </a:xfrm>
                <a:custGeom>
                  <a:avLst/>
                  <a:gdLst>
                    <a:gd name="G0" fmla="+- -5570560 0 0"/>
                    <a:gd name="G1" fmla="+- -7208960 0 0"/>
                    <a:gd name="G2" fmla="+- -5570560 0 -7208960"/>
                    <a:gd name="G3" fmla="+- 10800 0 0"/>
                    <a:gd name="G4" fmla="+- 0 0 -5570560"/>
                    <a:gd name="T0" fmla="*/ 360 256 1"/>
                    <a:gd name="T1" fmla="*/ 0 256 1"/>
                    <a:gd name="G5" fmla="+- G2 T0 T1"/>
                    <a:gd name="G6" fmla="?: G2 G2 G5"/>
                    <a:gd name="G7" fmla="+- 0 0 G6"/>
                    <a:gd name="G8" fmla="+- 7200 0 0"/>
                    <a:gd name="G9" fmla="+- 0 0 -7208960"/>
                    <a:gd name="G10" fmla="+- 7200 0 2700"/>
                    <a:gd name="G11" fmla="cos G10 -5570560"/>
                    <a:gd name="G12" fmla="sin G10 -5570560"/>
                    <a:gd name="G13" fmla="cos 13500 -5570560"/>
                    <a:gd name="G14" fmla="sin 13500 -5570560"/>
                    <a:gd name="G15" fmla="+- G11 10800 0"/>
                    <a:gd name="G16" fmla="+- G12 10800 0"/>
                    <a:gd name="G17" fmla="+- G13 10800 0"/>
                    <a:gd name="G18" fmla="+- G14 10800 0"/>
                    <a:gd name="G19" fmla="*/ 7200 1 2"/>
                    <a:gd name="G20" fmla="+- G19 5400 0"/>
                    <a:gd name="G21" fmla="cos G20 -5570560"/>
                    <a:gd name="G22" fmla="sin G20 -5570560"/>
                    <a:gd name="G23" fmla="+- G21 10800 0"/>
                    <a:gd name="G24" fmla="+- G12 G23 G22"/>
                    <a:gd name="G25" fmla="+- G22 G23 G11"/>
                    <a:gd name="G26" fmla="cos 10800 -5570560"/>
                    <a:gd name="G27" fmla="sin 10800 -5570560"/>
                    <a:gd name="G28" fmla="cos 7200 -5570560"/>
                    <a:gd name="G29" fmla="sin 7200 -5570560"/>
                    <a:gd name="G30" fmla="+- G26 10800 0"/>
                    <a:gd name="G31" fmla="+- G27 10800 0"/>
                    <a:gd name="G32" fmla="+- G28 10800 0"/>
                    <a:gd name="G33" fmla="+- G29 10800 0"/>
                    <a:gd name="G34" fmla="+- G19 5400 0"/>
                    <a:gd name="G35" fmla="cos G34 -7208960"/>
                    <a:gd name="G36" fmla="sin G34 -7208960"/>
                    <a:gd name="G37" fmla="+/ -7208960 -5570560 2"/>
                    <a:gd name="T2" fmla="*/ 180 256 1"/>
                    <a:gd name="T3" fmla="*/ 0 256 1"/>
                    <a:gd name="G38" fmla="+- G37 T2 T3"/>
                    <a:gd name="G39" fmla="?: G2 G37 G38"/>
                    <a:gd name="G40" fmla="cos 10800 G39"/>
                    <a:gd name="G41" fmla="sin 10800 G39"/>
                    <a:gd name="G42" fmla="cos 7200 G39"/>
                    <a:gd name="G43" fmla="sin 7200 G39"/>
                    <a:gd name="G44" fmla="+- G40 10800 0"/>
                    <a:gd name="G45" fmla="+- G41 10800 0"/>
                    <a:gd name="G46" fmla="+- G42 10800 0"/>
                    <a:gd name="G47" fmla="+- G43 10800 0"/>
                    <a:gd name="G48" fmla="+- G35 10800 0"/>
                    <a:gd name="G49" fmla="+- G36 10800 0"/>
                    <a:gd name="T4" fmla="*/ 9390 w 21600"/>
                    <a:gd name="T5" fmla="*/ 92 h 21600"/>
                    <a:gd name="T6" fmla="*/ 7721 w 21600"/>
                    <a:gd name="T7" fmla="*/ 2342 h 21600"/>
                    <a:gd name="T8" fmla="*/ 9860 w 21600"/>
                    <a:gd name="T9" fmla="*/ 3661 h 21600"/>
                    <a:gd name="T10" fmla="*/ 11976 w 21600"/>
                    <a:gd name="T11" fmla="*/ -2649 h 21600"/>
                    <a:gd name="T12" fmla="*/ 16067 w 21600"/>
                    <a:gd name="T13" fmla="*/ 2226 h 21600"/>
                    <a:gd name="T14" fmla="*/ 11192 w 21600"/>
                    <a:gd name="T15" fmla="*/ 6317 h 21600"/>
                    <a:gd name="T16" fmla="*/ 3163 w 21600"/>
                    <a:gd name="T17" fmla="*/ 3163 h 21600"/>
                    <a:gd name="T18" fmla="*/ 18437 w 21600"/>
                    <a:gd name="T19" fmla="*/ 18437 h 21600"/>
                  </a:gdLst>
                  <a:ahLst/>
                  <a:cxnLst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T16" t="T17" r="T18" b="T19"/>
                  <a:pathLst>
                    <a:path w="21600" h="21600">
                      <a:moveTo>
                        <a:pt x="11427" y="3627"/>
                      </a:moveTo>
                      <a:cubicBezTo>
                        <a:pt x="11218" y="3609"/>
                        <a:pt x="11009" y="3600"/>
                        <a:pt x="10800" y="3600"/>
                      </a:cubicBezTo>
                      <a:cubicBezTo>
                        <a:pt x="9960" y="3599"/>
                        <a:pt x="9126" y="3746"/>
                        <a:pt x="8337" y="4034"/>
                      </a:cubicBezTo>
                      <a:lnTo>
                        <a:pt x="7106" y="651"/>
                      </a:lnTo>
                      <a:cubicBezTo>
                        <a:pt x="8290" y="220"/>
                        <a:pt x="9540" y="-1"/>
                        <a:pt x="10800" y="0"/>
                      </a:cubicBezTo>
                      <a:cubicBezTo>
                        <a:pt x="11114" y="0"/>
                        <a:pt x="11428" y="13"/>
                        <a:pt x="11741" y="41"/>
                      </a:cubicBezTo>
                      <a:lnTo>
                        <a:pt x="11976" y="-2649"/>
                      </a:lnTo>
                      <a:lnTo>
                        <a:pt x="16067" y="2226"/>
                      </a:lnTo>
                      <a:lnTo>
                        <a:pt x="11192" y="6317"/>
                      </a:lnTo>
                      <a:lnTo>
                        <a:pt x="11427" y="3627"/>
                      </a:lnTo>
                      <a:close/>
                    </a:path>
                  </a:pathLst>
                </a:custGeom>
                <a:solidFill>
                  <a:srgbClr val="9966FF"/>
                </a:solidFill>
                <a:ln w="28575">
                  <a:solidFill>
                    <a:srgbClr val="5F0FFF"/>
                  </a:solidFill>
                  <a:miter lim="800000"/>
                  <a:headEnd/>
                  <a:tailEnd/>
                </a:ln>
              </p:spPr>
              <p:txBody>
                <a:bodyPr vert="horz" wrap="square" lIns="0" tIns="0" rIns="0" bIns="0" numCol="1" anchor="ctr" anchorCtr="0" compatLnSpc="1">
                  <a:prstTxWarp prst="textNoShape">
                    <a:avLst/>
                  </a:prstTxWarp>
                </a:bodyPr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defRPr/>
                  </a:pPr>
                  <a:endParaRPr lang="de-DE" kern="0" smtClean="0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7" name="_s3077"/>
                <p:cNvSpPr>
                  <a:spLocks noChangeArrowheads="1" noTextEdit="1"/>
                </p:cNvSpPr>
                <p:nvPr/>
              </p:nvSpPr>
              <p:spPr bwMode="auto">
                <a:xfrm rot="3600000">
                  <a:off x="3274" y="2170"/>
                  <a:ext cx="685" cy="685"/>
                </a:xfrm>
                <a:custGeom>
                  <a:avLst/>
                  <a:gdLst>
                    <a:gd name="G0" fmla="+- -5570560 0 0"/>
                    <a:gd name="G1" fmla="+- -7208960 0 0"/>
                    <a:gd name="G2" fmla="+- -5570560 0 -7208960"/>
                    <a:gd name="G3" fmla="+- 10800 0 0"/>
                    <a:gd name="G4" fmla="+- 0 0 -5570560"/>
                    <a:gd name="T0" fmla="*/ 360 256 1"/>
                    <a:gd name="T1" fmla="*/ 0 256 1"/>
                    <a:gd name="G5" fmla="+- G2 T0 T1"/>
                    <a:gd name="G6" fmla="?: G2 G2 G5"/>
                    <a:gd name="G7" fmla="+- 0 0 G6"/>
                    <a:gd name="G8" fmla="+- 7200 0 0"/>
                    <a:gd name="G9" fmla="+- 0 0 -7208960"/>
                    <a:gd name="G10" fmla="+- 7200 0 2700"/>
                    <a:gd name="G11" fmla="cos G10 -5570560"/>
                    <a:gd name="G12" fmla="sin G10 -5570560"/>
                    <a:gd name="G13" fmla="cos 13500 -5570560"/>
                    <a:gd name="G14" fmla="sin 13500 -5570560"/>
                    <a:gd name="G15" fmla="+- G11 10800 0"/>
                    <a:gd name="G16" fmla="+- G12 10800 0"/>
                    <a:gd name="G17" fmla="+- G13 10800 0"/>
                    <a:gd name="G18" fmla="+- G14 10800 0"/>
                    <a:gd name="G19" fmla="*/ 7200 1 2"/>
                    <a:gd name="G20" fmla="+- G19 5400 0"/>
                    <a:gd name="G21" fmla="cos G20 -5570560"/>
                    <a:gd name="G22" fmla="sin G20 -5570560"/>
                    <a:gd name="G23" fmla="+- G21 10800 0"/>
                    <a:gd name="G24" fmla="+- G12 G23 G22"/>
                    <a:gd name="G25" fmla="+- G22 G23 G11"/>
                    <a:gd name="G26" fmla="cos 10800 -5570560"/>
                    <a:gd name="G27" fmla="sin 10800 -5570560"/>
                    <a:gd name="G28" fmla="cos 7200 -5570560"/>
                    <a:gd name="G29" fmla="sin 7200 -5570560"/>
                    <a:gd name="G30" fmla="+- G26 10800 0"/>
                    <a:gd name="G31" fmla="+- G27 10800 0"/>
                    <a:gd name="G32" fmla="+- G28 10800 0"/>
                    <a:gd name="G33" fmla="+- G29 10800 0"/>
                    <a:gd name="G34" fmla="+- G19 5400 0"/>
                    <a:gd name="G35" fmla="cos G34 -7208960"/>
                    <a:gd name="G36" fmla="sin G34 -7208960"/>
                    <a:gd name="G37" fmla="+/ -7208960 -5570560 2"/>
                    <a:gd name="T2" fmla="*/ 180 256 1"/>
                    <a:gd name="T3" fmla="*/ 0 256 1"/>
                    <a:gd name="G38" fmla="+- G37 T2 T3"/>
                    <a:gd name="G39" fmla="?: G2 G37 G38"/>
                    <a:gd name="G40" fmla="cos 10800 G39"/>
                    <a:gd name="G41" fmla="sin 10800 G39"/>
                    <a:gd name="G42" fmla="cos 7200 G39"/>
                    <a:gd name="G43" fmla="sin 7200 G39"/>
                    <a:gd name="G44" fmla="+- G40 10800 0"/>
                    <a:gd name="G45" fmla="+- G41 10800 0"/>
                    <a:gd name="G46" fmla="+- G42 10800 0"/>
                    <a:gd name="G47" fmla="+- G43 10800 0"/>
                    <a:gd name="G48" fmla="+- G35 10800 0"/>
                    <a:gd name="G49" fmla="+- G36 10800 0"/>
                    <a:gd name="T4" fmla="*/ 9390 w 21600"/>
                    <a:gd name="T5" fmla="*/ 92 h 21600"/>
                    <a:gd name="T6" fmla="*/ 7721 w 21600"/>
                    <a:gd name="T7" fmla="*/ 2342 h 21600"/>
                    <a:gd name="T8" fmla="*/ 9860 w 21600"/>
                    <a:gd name="T9" fmla="*/ 3661 h 21600"/>
                    <a:gd name="T10" fmla="*/ 11976 w 21600"/>
                    <a:gd name="T11" fmla="*/ -2649 h 21600"/>
                    <a:gd name="T12" fmla="*/ 16067 w 21600"/>
                    <a:gd name="T13" fmla="*/ 2226 h 21600"/>
                    <a:gd name="T14" fmla="*/ 11192 w 21600"/>
                    <a:gd name="T15" fmla="*/ 6317 h 21600"/>
                    <a:gd name="T16" fmla="*/ 3163 w 21600"/>
                    <a:gd name="T17" fmla="*/ 3163 h 21600"/>
                    <a:gd name="T18" fmla="*/ 18437 w 21600"/>
                    <a:gd name="T19" fmla="*/ 18437 h 21600"/>
                  </a:gdLst>
                  <a:ahLst/>
                  <a:cxnLst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T16" t="T17" r="T18" b="T19"/>
                  <a:pathLst>
                    <a:path w="21600" h="21600">
                      <a:moveTo>
                        <a:pt x="11427" y="3627"/>
                      </a:moveTo>
                      <a:cubicBezTo>
                        <a:pt x="11218" y="3609"/>
                        <a:pt x="11009" y="3600"/>
                        <a:pt x="10800" y="3600"/>
                      </a:cubicBezTo>
                      <a:cubicBezTo>
                        <a:pt x="9960" y="3599"/>
                        <a:pt x="9126" y="3746"/>
                        <a:pt x="8337" y="4034"/>
                      </a:cubicBezTo>
                      <a:lnTo>
                        <a:pt x="7106" y="651"/>
                      </a:lnTo>
                      <a:cubicBezTo>
                        <a:pt x="8290" y="220"/>
                        <a:pt x="9540" y="-1"/>
                        <a:pt x="10800" y="0"/>
                      </a:cubicBezTo>
                      <a:cubicBezTo>
                        <a:pt x="11114" y="0"/>
                        <a:pt x="11428" y="13"/>
                        <a:pt x="11741" y="41"/>
                      </a:cubicBezTo>
                      <a:lnTo>
                        <a:pt x="11976" y="-2649"/>
                      </a:lnTo>
                      <a:lnTo>
                        <a:pt x="16067" y="2226"/>
                      </a:lnTo>
                      <a:lnTo>
                        <a:pt x="11192" y="6317"/>
                      </a:lnTo>
                      <a:lnTo>
                        <a:pt x="11427" y="3627"/>
                      </a:lnTo>
                      <a:close/>
                    </a:path>
                  </a:pathLst>
                </a:custGeom>
                <a:solidFill>
                  <a:srgbClr val="F1FD09"/>
                </a:solidFill>
                <a:ln w="28575">
                  <a:solidFill>
                    <a:srgbClr val="CAD402"/>
                  </a:solidFill>
                  <a:miter lim="800000"/>
                  <a:headEnd/>
                  <a:tailEnd/>
                </a:ln>
              </p:spPr>
              <p:txBody>
                <a:bodyPr vert="horz" wrap="square" lIns="0" tIns="0" rIns="0" bIns="0" numCol="1" anchor="ctr" anchorCtr="0" compatLnSpc="1">
                  <a:prstTxWarp prst="textNoShape">
                    <a:avLst/>
                  </a:prstTxWarp>
                </a:bodyPr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defRPr/>
                  </a:pPr>
                  <a:endParaRPr lang="de-DE" kern="0" smtClean="0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8" name="_s3078"/>
                <p:cNvSpPr>
                  <a:spLocks noChangeArrowheads="1" noTextEdit="1"/>
                </p:cNvSpPr>
                <p:nvPr/>
              </p:nvSpPr>
              <p:spPr bwMode="auto">
                <a:xfrm rot="7200000">
                  <a:off x="3274" y="2485"/>
                  <a:ext cx="685" cy="685"/>
                </a:xfrm>
                <a:custGeom>
                  <a:avLst/>
                  <a:gdLst>
                    <a:gd name="G0" fmla="+- -5570560 0 0"/>
                    <a:gd name="G1" fmla="+- -7208960 0 0"/>
                    <a:gd name="G2" fmla="+- -5570560 0 -7208960"/>
                    <a:gd name="G3" fmla="+- 10800 0 0"/>
                    <a:gd name="G4" fmla="+- 0 0 -5570560"/>
                    <a:gd name="T0" fmla="*/ 360 256 1"/>
                    <a:gd name="T1" fmla="*/ 0 256 1"/>
                    <a:gd name="G5" fmla="+- G2 T0 T1"/>
                    <a:gd name="G6" fmla="?: G2 G2 G5"/>
                    <a:gd name="G7" fmla="+- 0 0 G6"/>
                    <a:gd name="G8" fmla="+- 7200 0 0"/>
                    <a:gd name="G9" fmla="+- 0 0 -7208960"/>
                    <a:gd name="G10" fmla="+- 7200 0 2700"/>
                    <a:gd name="G11" fmla="cos G10 -5570560"/>
                    <a:gd name="G12" fmla="sin G10 -5570560"/>
                    <a:gd name="G13" fmla="cos 13500 -5570560"/>
                    <a:gd name="G14" fmla="sin 13500 -5570560"/>
                    <a:gd name="G15" fmla="+- G11 10800 0"/>
                    <a:gd name="G16" fmla="+- G12 10800 0"/>
                    <a:gd name="G17" fmla="+- G13 10800 0"/>
                    <a:gd name="G18" fmla="+- G14 10800 0"/>
                    <a:gd name="G19" fmla="*/ 7200 1 2"/>
                    <a:gd name="G20" fmla="+- G19 5400 0"/>
                    <a:gd name="G21" fmla="cos G20 -5570560"/>
                    <a:gd name="G22" fmla="sin G20 -5570560"/>
                    <a:gd name="G23" fmla="+- G21 10800 0"/>
                    <a:gd name="G24" fmla="+- G12 G23 G22"/>
                    <a:gd name="G25" fmla="+- G22 G23 G11"/>
                    <a:gd name="G26" fmla="cos 10800 -5570560"/>
                    <a:gd name="G27" fmla="sin 10800 -5570560"/>
                    <a:gd name="G28" fmla="cos 7200 -5570560"/>
                    <a:gd name="G29" fmla="sin 7200 -5570560"/>
                    <a:gd name="G30" fmla="+- G26 10800 0"/>
                    <a:gd name="G31" fmla="+- G27 10800 0"/>
                    <a:gd name="G32" fmla="+- G28 10800 0"/>
                    <a:gd name="G33" fmla="+- G29 10800 0"/>
                    <a:gd name="G34" fmla="+- G19 5400 0"/>
                    <a:gd name="G35" fmla="cos G34 -7208960"/>
                    <a:gd name="G36" fmla="sin G34 -7208960"/>
                    <a:gd name="G37" fmla="+/ -7208960 -5570560 2"/>
                    <a:gd name="T2" fmla="*/ 180 256 1"/>
                    <a:gd name="T3" fmla="*/ 0 256 1"/>
                    <a:gd name="G38" fmla="+- G37 T2 T3"/>
                    <a:gd name="G39" fmla="?: G2 G37 G38"/>
                    <a:gd name="G40" fmla="cos 10800 G39"/>
                    <a:gd name="G41" fmla="sin 10800 G39"/>
                    <a:gd name="G42" fmla="cos 7200 G39"/>
                    <a:gd name="G43" fmla="sin 7200 G39"/>
                    <a:gd name="G44" fmla="+- G40 10800 0"/>
                    <a:gd name="G45" fmla="+- G41 10800 0"/>
                    <a:gd name="G46" fmla="+- G42 10800 0"/>
                    <a:gd name="G47" fmla="+- G43 10800 0"/>
                    <a:gd name="G48" fmla="+- G35 10800 0"/>
                    <a:gd name="G49" fmla="+- G36 10800 0"/>
                    <a:gd name="T4" fmla="*/ 9390 w 21600"/>
                    <a:gd name="T5" fmla="*/ 92 h 21600"/>
                    <a:gd name="T6" fmla="*/ 7721 w 21600"/>
                    <a:gd name="T7" fmla="*/ 2342 h 21600"/>
                    <a:gd name="T8" fmla="*/ 9860 w 21600"/>
                    <a:gd name="T9" fmla="*/ 3661 h 21600"/>
                    <a:gd name="T10" fmla="*/ 11976 w 21600"/>
                    <a:gd name="T11" fmla="*/ -2649 h 21600"/>
                    <a:gd name="T12" fmla="*/ 16067 w 21600"/>
                    <a:gd name="T13" fmla="*/ 2226 h 21600"/>
                    <a:gd name="T14" fmla="*/ 11192 w 21600"/>
                    <a:gd name="T15" fmla="*/ 6317 h 21600"/>
                    <a:gd name="T16" fmla="*/ 3163 w 21600"/>
                    <a:gd name="T17" fmla="*/ 3163 h 21600"/>
                    <a:gd name="T18" fmla="*/ 18437 w 21600"/>
                    <a:gd name="T19" fmla="*/ 18437 h 21600"/>
                  </a:gdLst>
                  <a:ahLst/>
                  <a:cxnLst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T16" t="T17" r="T18" b="T19"/>
                  <a:pathLst>
                    <a:path w="21600" h="21600">
                      <a:moveTo>
                        <a:pt x="11427" y="3627"/>
                      </a:moveTo>
                      <a:cubicBezTo>
                        <a:pt x="11218" y="3609"/>
                        <a:pt x="11009" y="3600"/>
                        <a:pt x="10800" y="3600"/>
                      </a:cubicBezTo>
                      <a:cubicBezTo>
                        <a:pt x="9960" y="3599"/>
                        <a:pt x="9126" y="3746"/>
                        <a:pt x="8337" y="4034"/>
                      </a:cubicBezTo>
                      <a:lnTo>
                        <a:pt x="7106" y="651"/>
                      </a:lnTo>
                      <a:cubicBezTo>
                        <a:pt x="8290" y="220"/>
                        <a:pt x="9540" y="-1"/>
                        <a:pt x="10800" y="0"/>
                      </a:cubicBezTo>
                      <a:cubicBezTo>
                        <a:pt x="11114" y="0"/>
                        <a:pt x="11428" y="13"/>
                        <a:pt x="11741" y="41"/>
                      </a:cubicBezTo>
                      <a:lnTo>
                        <a:pt x="11976" y="-2649"/>
                      </a:lnTo>
                      <a:lnTo>
                        <a:pt x="16067" y="2226"/>
                      </a:lnTo>
                      <a:lnTo>
                        <a:pt x="11192" y="6317"/>
                      </a:lnTo>
                      <a:lnTo>
                        <a:pt x="11427" y="3627"/>
                      </a:lnTo>
                      <a:close/>
                    </a:path>
                  </a:pathLst>
                </a:custGeom>
                <a:solidFill>
                  <a:srgbClr val="0399FF"/>
                </a:solidFill>
                <a:ln w="28575">
                  <a:solidFill>
                    <a:srgbClr val="4B595B"/>
                  </a:solidFill>
                  <a:miter lim="800000"/>
                  <a:headEnd/>
                  <a:tailEnd/>
                </a:ln>
              </p:spPr>
              <p:txBody>
                <a:bodyPr vert="horz" wrap="square" lIns="0" tIns="0" rIns="0" bIns="0" numCol="1" anchor="ctr" anchorCtr="0" compatLnSpc="1">
                  <a:prstTxWarp prst="textNoShape">
                    <a:avLst/>
                  </a:prstTxWarp>
                </a:bodyPr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defRPr/>
                  </a:pPr>
                  <a:endParaRPr lang="de-DE" kern="0" smtClean="0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29" name="_s3079"/>
                <p:cNvSpPr>
                  <a:spLocks noChangeArrowheads="1" noTextEdit="1"/>
                </p:cNvSpPr>
                <p:nvPr/>
              </p:nvSpPr>
              <p:spPr bwMode="auto">
                <a:xfrm rot="10800000">
                  <a:off x="3001" y="2642"/>
                  <a:ext cx="685" cy="685"/>
                </a:xfrm>
                <a:custGeom>
                  <a:avLst/>
                  <a:gdLst>
                    <a:gd name="G0" fmla="+- -5570560 0 0"/>
                    <a:gd name="G1" fmla="+- -7208960 0 0"/>
                    <a:gd name="G2" fmla="+- -5570560 0 -7208960"/>
                    <a:gd name="G3" fmla="+- 10800 0 0"/>
                    <a:gd name="G4" fmla="+- 0 0 -5570560"/>
                    <a:gd name="T0" fmla="*/ 360 256 1"/>
                    <a:gd name="T1" fmla="*/ 0 256 1"/>
                    <a:gd name="G5" fmla="+- G2 T0 T1"/>
                    <a:gd name="G6" fmla="?: G2 G2 G5"/>
                    <a:gd name="G7" fmla="+- 0 0 G6"/>
                    <a:gd name="G8" fmla="+- 7200 0 0"/>
                    <a:gd name="G9" fmla="+- 0 0 -7208960"/>
                    <a:gd name="G10" fmla="+- 7200 0 2700"/>
                    <a:gd name="G11" fmla="cos G10 -5570560"/>
                    <a:gd name="G12" fmla="sin G10 -5570560"/>
                    <a:gd name="G13" fmla="cos 13500 -5570560"/>
                    <a:gd name="G14" fmla="sin 13500 -5570560"/>
                    <a:gd name="G15" fmla="+- G11 10800 0"/>
                    <a:gd name="G16" fmla="+- G12 10800 0"/>
                    <a:gd name="G17" fmla="+- G13 10800 0"/>
                    <a:gd name="G18" fmla="+- G14 10800 0"/>
                    <a:gd name="G19" fmla="*/ 7200 1 2"/>
                    <a:gd name="G20" fmla="+- G19 5400 0"/>
                    <a:gd name="G21" fmla="cos G20 -5570560"/>
                    <a:gd name="G22" fmla="sin G20 -5570560"/>
                    <a:gd name="G23" fmla="+- G21 10800 0"/>
                    <a:gd name="G24" fmla="+- G12 G23 G22"/>
                    <a:gd name="G25" fmla="+- G22 G23 G11"/>
                    <a:gd name="G26" fmla="cos 10800 -5570560"/>
                    <a:gd name="G27" fmla="sin 10800 -5570560"/>
                    <a:gd name="G28" fmla="cos 7200 -5570560"/>
                    <a:gd name="G29" fmla="sin 7200 -5570560"/>
                    <a:gd name="G30" fmla="+- G26 10800 0"/>
                    <a:gd name="G31" fmla="+- G27 10800 0"/>
                    <a:gd name="G32" fmla="+- G28 10800 0"/>
                    <a:gd name="G33" fmla="+- G29 10800 0"/>
                    <a:gd name="G34" fmla="+- G19 5400 0"/>
                    <a:gd name="G35" fmla="cos G34 -7208960"/>
                    <a:gd name="G36" fmla="sin G34 -7208960"/>
                    <a:gd name="G37" fmla="+/ -7208960 -5570560 2"/>
                    <a:gd name="T2" fmla="*/ 180 256 1"/>
                    <a:gd name="T3" fmla="*/ 0 256 1"/>
                    <a:gd name="G38" fmla="+- G37 T2 T3"/>
                    <a:gd name="G39" fmla="?: G2 G37 G38"/>
                    <a:gd name="G40" fmla="cos 10800 G39"/>
                    <a:gd name="G41" fmla="sin 10800 G39"/>
                    <a:gd name="G42" fmla="cos 7200 G39"/>
                    <a:gd name="G43" fmla="sin 7200 G39"/>
                    <a:gd name="G44" fmla="+- G40 10800 0"/>
                    <a:gd name="G45" fmla="+- G41 10800 0"/>
                    <a:gd name="G46" fmla="+- G42 10800 0"/>
                    <a:gd name="G47" fmla="+- G43 10800 0"/>
                    <a:gd name="G48" fmla="+- G35 10800 0"/>
                    <a:gd name="G49" fmla="+- G36 10800 0"/>
                    <a:gd name="T4" fmla="*/ 9390 w 21600"/>
                    <a:gd name="T5" fmla="*/ 92 h 21600"/>
                    <a:gd name="T6" fmla="*/ 7721 w 21600"/>
                    <a:gd name="T7" fmla="*/ 2342 h 21600"/>
                    <a:gd name="T8" fmla="*/ 9860 w 21600"/>
                    <a:gd name="T9" fmla="*/ 3661 h 21600"/>
                    <a:gd name="T10" fmla="*/ 11976 w 21600"/>
                    <a:gd name="T11" fmla="*/ -2649 h 21600"/>
                    <a:gd name="T12" fmla="*/ 16067 w 21600"/>
                    <a:gd name="T13" fmla="*/ 2226 h 21600"/>
                    <a:gd name="T14" fmla="*/ 11192 w 21600"/>
                    <a:gd name="T15" fmla="*/ 6317 h 21600"/>
                    <a:gd name="T16" fmla="*/ 3163 w 21600"/>
                    <a:gd name="T17" fmla="*/ 3163 h 21600"/>
                    <a:gd name="T18" fmla="*/ 18437 w 21600"/>
                    <a:gd name="T19" fmla="*/ 18437 h 21600"/>
                  </a:gdLst>
                  <a:ahLst/>
                  <a:cxnLst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T16" t="T17" r="T18" b="T19"/>
                  <a:pathLst>
                    <a:path w="21600" h="21600">
                      <a:moveTo>
                        <a:pt x="11427" y="3627"/>
                      </a:moveTo>
                      <a:cubicBezTo>
                        <a:pt x="11218" y="3609"/>
                        <a:pt x="11009" y="3600"/>
                        <a:pt x="10800" y="3600"/>
                      </a:cubicBezTo>
                      <a:cubicBezTo>
                        <a:pt x="9960" y="3599"/>
                        <a:pt x="9126" y="3746"/>
                        <a:pt x="8337" y="4034"/>
                      </a:cubicBezTo>
                      <a:lnTo>
                        <a:pt x="7106" y="651"/>
                      </a:lnTo>
                      <a:cubicBezTo>
                        <a:pt x="8290" y="220"/>
                        <a:pt x="9540" y="-1"/>
                        <a:pt x="10800" y="0"/>
                      </a:cubicBezTo>
                      <a:cubicBezTo>
                        <a:pt x="11114" y="0"/>
                        <a:pt x="11428" y="13"/>
                        <a:pt x="11741" y="41"/>
                      </a:cubicBezTo>
                      <a:lnTo>
                        <a:pt x="11976" y="-2649"/>
                      </a:lnTo>
                      <a:lnTo>
                        <a:pt x="16067" y="2226"/>
                      </a:lnTo>
                      <a:lnTo>
                        <a:pt x="11192" y="6317"/>
                      </a:lnTo>
                      <a:lnTo>
                        <a:pt x="11427" y="3627"/>
                      </a:lnTo>
                      <a:close/>
                    </a:path>
                  </a:pathLst>
                </a:custGeom>
                <a:solidFill>
                  <a:srgbClr val="FF00FF"/>
                </a:solidFill>
                <a:ln w="28575">
                  <a:solidFill>
                    <a:srgbClr val="CA00CA"/>
                  </a:solidFill>
                  <a:miter lim="800000"/>
                  <a:headEnd/>
                  <a:tailEnd/>
                </a:ln>
              </p:spPr>
              <p:txBody>
                <a:bodyPr vert="horz" wrap="square" lIns="0" tIns="0" rIns="0" bIns="0" numCol="1" anchor="ctr" anchorCtr="0" compatLnSpc="1">
                  <a:prstTxWarp prst="textNoShape">
                    <a:avLst/>
                  </a:prstTxWarp>
                </a:bodyPr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defRPr/>
                  </a:pPr>
                  <a:endParaRPr lang="de-DE" kern="0" smtClean="0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0" name="_s3080"/>
                <p:cNvSpPr>
                  <a:spLocks noChangeArrowheads="1" noTextEdit="1"/>
                </p:cNvSpPr>
                <p:nvPr/>
              </p:nvSpPr>
              <p:spPr bwMode="auto">
                <a:xfrm rot="14400000">
                  <a:off x="2728" y="2485"/>
                  <a:ext cx="685" cy="685"/>
                </a:xfrm>
                <a:custGeom>
                  <a:avLst/>
                  <a:gdLst>
                    <a:gd name="G0" fmla="+- -5570560 0 0"/>
                    <a:gd name="G1" fmla="+- -7208960 0 0"/>
                    <a:gd name="G2" fmla="+- -5570560 0 -7208960"/>
                    <a:gd name="G3" fmla="+- 10800 0 0"/>
                    <a:gd name="G4" fmla="+- 0 0 -5570560"/>
                    <a:gd name="T0" fmla="*/ 360 256 1"/>
                    <a:gd name="T1" fmla="*/ 0 256 1"/>
                    <a:gd name="G5" fmla="+- G2 T0 T1"/>
                    <a:gd name="G6" fmla="?: G2 G2 G5"/>
                    <a:gd name="G7" fmla="+- 0 0 G6"/>
                    <a:gd name="G8" fmla="+- 7200 0 0"/>
                    <a:gd name="G9" fmla="+- 0 0 -7208960"/>
                    <a:gd name="G10" fmla="+- 7200 0 2700"/>
                    <a:gd name="G11" fmla="cos G10 -5570560"/>
                    <a:gd name="G12" fmla="sin G10 -5570560"/>
                    <a:gd name="G13" fmla="cos 13500 -5570560"/>
                    <a:gd name="G14" fmla="sin 13500 -5570560"/>
                    <a:gd name="G15" fmla="+- G11 10800 0"/>
                    <a:gd name="G16" fmla="+- G12 10800 0"/>
                    <a:gd name="G17" fmla="+- G13 10800 0"/>
                    <a:gd name="G18" fmla="+- G14 10800 0"/>
                    <a:gd name="G19" fmla="*/ 7200 1 2"/>
                    <a:gd name="G20" fmla="+- G19 5400 0"/>
                    <a:gd name="G21" fmla="cos G20 -5570560"/>
                    <a:gd name="G22" fmla="sin G20 -5570560"/>
                    <a:gd name="G23" fmla="+- G21 10800 0"/>
                    <a:gd name="G24" fmla="+- G12 G23 G22"/>
                    <a:gd name="G25" fmla="+- G22 G23 G11"/>
                    <a:gd name="G26" fmla="cos 10800 -5570560"/>
                    <a:gd name="G27" fmla="sin 10800 -5570560"/>
                    <a:gd name="G28" fmla="cos 7200 -5570560"/>
                    <a:gd name="G29" fmla="sin 7200 -5570560"/>
                    <a:gd name="G30" fmla="+- G26 10800 0"/>
                    <a:gd name="G31" fmla="+- G27 10800 0"/>
                    <a:gd name="G32" fmla="+- G28 10800 0"/>
                    <a:gd name="G33" fmla="+- G29 10800 0"/>
                    <a:gd name="G34" fmla="+- G19 5400 0"/>
                    <a:gd name="G35" fmla="cos G34 -7208960"/>
                    <a:gd name="G36" fmla="sin G34 -7208960"/>
                    <a:gd name="G37" fmla="+/ -7208960 -5570560 2"/>
                    <a:gd name="T2" fmla="*/ 180 256 1"/>
                    <a:gd name="T3" fmla="*/ 0 256 1"/>
                    <a:gd name="G38" fmla="+- G37 T2 T3"/>
                    <a:gd name="G39" fmla="?: G2 G37 G38"/>
                    <a:gd name="G40" fmla="cos 10800 G39"/>
                    <a:gd name="G41" fmla="sin 10800 G39"/>
                    <a:gd name="G42" fmla="cos 7200 G39"/>
                    <a:gd name="G43" fmla="sin 7200 G39"/>
                    <a:gd name="G44" fmla="+- G40 10800 0"/>
                    <a:gd name="G45" fmla="+- G41 10800 0"/>
                    <a:gd name="G46" fmla="+- G42 10800 0"/>
                    <a:gd name="G47" fmla="+- G43 10800 0"/>
                    <a:gd name="G48" fmla="+- G35 10800 0"/>
                    <a:gd name="G49" fmla="+- G36 10800 0"/>
                    <a:gd name="T4" fmla="*/ 9390 w 21600"/>
                    <a:gd name="T5" fmla="*/ 92 h 21600"/>
                    <a:gd name="T6" fmla="*/ 7721 w 21600"/>
                    <a:gd name="T7" fmla="*/ 2342 h 21600"/>
                    <a:gd name="T8" fmla="*/ 9860 w 21600"/>
                    <a:gd name="T9" fmla="*/ 3661 h 21600"/>
                    <a:gd name="T10" fmla="*/ 11976 w 21600"/>
                    <a:gd name="T11" fmla="*/ -2649 h 21600"/>
                    <a:gd name="T12" fmla="*/ 16067 w 21600"/>
                    <a:gd name="T13" fmla="*/ 2226 h 21600"/>
                    <a:gd name="T14" fmla="*/ 11192 w 21600"/>
                    <a:gd name="T15" fmla="*/ 6317 h 21600"/>
                    <a:gd name="T16" fmla="*/ 3163 w 21600"/>
                    <a:gd name="T17" fmla="*/ 3163 h 21600"/>
                    <a:gd name="T18" fmla="*/ 18437 w 21600"/>
                    <a:gd name="T19" fmla="*/ 18437 h 21600"/>
                  </a:gdLst>
                  <a:ahLst/>
                  <a:cxnLst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T16" t="T17" r="T18" b="T19"/>
                  <a:pathLst>
                    <a:path w="21600" h="21600">
                      <a:moveTo>
                        <a:pt x="11427" y="3627"/>
                      </a:moveTo>
                      <a:cubicBezTo>
                        <a:pt x="11218" y="3609"/>
                        <a:pt x="11009" y="3600"/>
                        <a:pt x="10800" y="3600"/>
                      </a:cubicBezTo>
                      <a:cubicBezTo>
                        <a:pt x="9960" y="3599"/>
                        <a:pt x="9126" y="3746"/>
                        <a:pt x="8337" y="4034"/>
                      </a:cubicBezTo>
                      <a:lnTo>
                        <a:pt x="7106" y="651"/>
                      </a:lnTo>
                      <a:cubicBezTo>
                        <a:pt x="8290" y="220"/>
                        <a:pt x="9540" y="-1"/>
                        <a:pt x="10800" y="0"/>
                      </a:cubicBezTo>
                      <a:cubicBezTo>
                        <a:pt x="11114" y="0"/>
                        <a:pt x="11428" y="13"/>
                        <a:pt x="11741" y="41"/>
                      </a:cubicBezTo>
                      <a:lnTo>
                        <a:pt x="11976" y="-2649"/>
                      </a:lnTo>
                      <a:lnTo>
                        <a:pt x="16067" y="2226"/>
                      </a:lnTo>
                      <a:lnTo>
                        <a:pt x="11192" y="6317"/>
                      </a:lnTo>
                      <a:lnTo>
                        <a:pt x="11427" y="3627"/>
                      </a:lnTo>
                      <a:close/>
                    </a:path>
                  </a:pathLst>
                </a:custGeom>
                <a:solidFill>
                  <a:srgbClr val="01BD0A"/>
                </a:solidFill>
                <a:ln w="28575">
                  <a:solidFill>
                    <a:srgbClr val="019308"/>
                  </a:solidFill>
                  <a:miter lim="800000"/>
                  <a:headEnd/>
                  <a:tailEnd/>
                </a:ln>
              </p:spPr>
              <p:txBody>
                <a:bodyPr vert="horz" wrap="square" lIns="0" tIns="0" rIns="0" bIns="0" numCol="1" anchor="ctr" anchorCtr="0" compatLnSpc="1">
                  <a:prstTxWarp prst="textNoShape">
                    <a:avLst/>
                  </a:prstTxWarp>
                </a:bodyPr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defRPr/>
                  </a:pPr>
                  <a:endParaRPr lang="de-DE" kern="0" smtClean="0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1" name="_s3081"/>
                <p:cNvSpPr>
                  <a:spLocks noChangeArrowheads="1" noTextEdit="1"/>
                </p:cNvSpPr>
                <p:nvPr/>
              </p:nvSpPr>
              <p:spPr bwMode="auto">
                <a:xfrm rot="18000000">
                  <a:off x="2728" y="2170"/>
                  <a:ext cx="685" cy="685"/>
                </a:xfrm>
                <a:custGeom>
                  <a:avLst/>
                  <a:gdLst>
                    <a:gd name="G0" fmla="+- -5570560 0 0"/>
                    <a:gd name="G1" fmla="+- -7208960 0 0"/>
                    <a:gd name="G2" fmla="+- -5570560 0 -7208960"/>
                    <a:gd name="G3" fmla="+- 10800 0 0"/>
                    <a:gd name="G4" fmla="+- 0 0 -5570560"/>
                    <a:gd name="T0" fmla="*/ 360 256 1"/>
                    <a:gd name="T1" fmla="*/ 0 256 1"/>
                    <a:gd name="G5" fmla="+- G2 T0 T1"/>
                    <a:gd name="G6" fmla="?: G2 G2 G5"/>
                    <a:gd name="G7" fmla="+- 0 0 G6"/>
                    <a:gd name="G8" fmla="+- 7200 0 0"/>
                    <a:gd name="G9" fmla="+- 0 0 -7208960"/>
                    <a:gd name="G10" fmla="+- 7200 0 2700"/>
                    <a:gd name="G11" fmla="cos G10 -5570560"/>
                    <a:gd name="G12" fmla="sin G10 -5570560"/>
                    <a:gd name="G13" fmla="cos 13500 -5570560"/>
                    <a:gd name="G14" fmla="sin 13500 -5570560"/>
                    <a:gd name="G15" fmla="+- G11 10800 0"/>
                    <a:gd name="G16" fmla="+- G12 10800 0"/>
                    <a:gd name="G17" fmla="+- G13 10800 0"/>
                    <a:gd name="G18" fmla="+- G14 10800 0"/>
                    <a:gd name="G19" fmla="*/ 7200 1 2"/>
                    <a:gd name="G20" fmla="+- G19 5400 0"/>
                    <a:gd name="G21" fmla="cos G20 -5570560"/>
                    <a:gd name="G22" fmla="sin G20 -5570560"/>
                    <a:gd name="G23" fmla="+- G21 10800 0"/>
                    <a:gd name="G24" fmla="+- G12 G23 G22"/>
                    <a:gd name="G25" fmla="+- G22 G23 G11"/>
                    <a:gd name="G26" fmla="cos 10800 -5570560"/>
                    <a:gd name="G27" fmla="sin 10800 -5570560"/>
                    <a:gd name="G28" fmla="cos 7200 -5570560"/>
                    <a:gd name="G29" fmla="sin 7200 -5570560"/>
                    <a:gd name="G30" fmla="+- G26 10800 0"/>
                    <a:gd name="G31" fmla="+- G27 10800 0"/>
                    <a:gd name="G32" fmla="+- G28 10800 0"/>
                    <a:gd name="G33" fmla="+- G29 10800 0"/>
                    <a:gd name="G34" fmla="+- G19 5400 0"/>
                    <a:gd name="G35" fmla="cos G34 -7208960"/>
                    <a:gd name="G36" fmla="sin G34 -7208960"/>
                    <a:gd name="G37" fmla="+/ -7208960 -5570560 2"/>
                    <a:gd name="T2" fmla="*/ 180 256 1"/>
                    <a:gd name="T3" fmla="*/ 0 256 1"/>
                    <a:gd name="G38" fmla="+- G37 T2 T3"/>
                    <a:gd name="G39" fmla="?: G2 G37 G38"/>
                    <a:gd name="G40" fmla="cos 10800 G39"/>
                    <a:gd name="G41" fmla="sin 10800 G39"/>
                    <a:gd name="G42" fmla="cos 7200 G39"/>
                    <a:gd name="G43" fmla="sin 7200 G39"/>
                    <a:gd name="G44" fmla="+- G40 10800 0"/>
                    <a:gd name="G45" fmla="+- G41 10800 0"/>
                    <a:gd name="G46" fmla="+- G42 10800 0"/>
                    <a:gd name="G47" fmla="+- G43 10800 0"/>
                    <a:gd name="G48" fmla="+- G35 10800 0"/>
                    <a:gd name="G49" fmla="+- G36 10800 0"/>
                    <a:gd name="T4" fmla="*/ 9390 w 21600"/>
                    <a:gd name="T5" fmla="*/ 92 h 21600"/>
                    <a:gd name="T6" fmla="*/ 7721 w 21600"/>
                    <a:gd name="T7" fmla="*/ 2342 h 21600"/>
                    <a:gd name="T8" fmla="*/ 9860 w 21600"/>
                    <a:gd name="T9" fmla="*/ 3661 h 21600"/>
                    <a:gd name="T10" fmla="*/ 11976 w 21600"/>
                    <a:gd name="T11" fmla="*/ -2649 h 21600"/>
                    <a:gd name="T12" fmla="*/ 16067 w 21600"/>
                    <a:gd name="T13" fmla="*/ 2226 h 21600"/>
                    <a:gd name="T14" fmla="*/ 11192 w 21600"/>
                    <a:gd name="T15" fmla="*/ 6317 h 21600"/>
                    <a:gd name="T16" fmla="*/ 3163 w 21600"/>
                    <a:gd name="T17" fmla="*/ 3163 h 21600"/>
                    <a:gd name="T18" fmla="*/ 18437 w 21600"/>
                    <a:gd name="T19" fmla="*/ 18437 h 21600"/>
                  </a:gdLst>
                  <a:ahLst/>
                  <a:cxnLst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T16" t="T17" r="T18" b="T19"/>
                  <a:pathLst>
                    <a:path w="21600" h="21600">
                      <a:moveTo>
                        <a:pt x="11427" y="3627"/>
                      </a:moveTo>
                      <a:cubicBezTo>
                        <a:pt x="11218" y="3609"/>
                        <a:pt x="11009" y="3600"/>
                        <a:pt x="10800" y="3600"/>
                      </a:cubicBezTo>
                      <a:cubicBezTo>
                        <a:pt x="9960" y="3599"/>
                        <a:pt x="9126" y="3746"/>
                        <a:pt x="8337" y="4034"/>
                      </a:cubicBezTo>
                      <a:lnTo>
                        <a:pt x="7106" y="651"/>
                      </a:lnTo>
                      <a:cubicBezTo>
                        <a:pt x="8290" y="220"/>
                        <a:pt x="9540" y="-1"/>
                        <a:pt x="10800" y="0"/>
                      </a:cubicBezTo>
                      <a:cubicBezTo>
                        <a:pt x="11114" y="0"/>
                        <a:pt x="11428" y="13"/>
                        <a:pt x="11741" y="41"/>
                      </a:cubicBezTo>
                      <a:lnTo>
                        <a:pt x="11976" y="-2649"/>
                      </a:lnTo>
                      <a:lnTo>
                        <a:pt x="16067" y="2226"/>
                      </a:lnTo>
                      <a:lnTo>
                        <a:pt x="11192" y="6317"/>
                      </a:lnTo>
                      <a:lnTo>
                        <a:pt x="11427" y="3627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28575">
                  <a:solidFill>
                    <a:srgbClr val="BE0000"/>
                  </a:solidFill>
                  <a:miter lim="800000"/>
                  <a:headEnd/>
                  <a:tailEnd/>
                </a:ln>
              </p:spPr>
              <p:txBody>
                <a:bodyPr vert="horz" wrap="square" lIns="0" tIns="0" rIns="0" bIns="0" numCol="1" anchor="ctr" anchorCtr="0" compatLnSpc="1">
                  <a:prstTxWarp prst="textNoShape">
                    <a:avLst/>
                  </a:prstTxWarp>
                </a:bodyPr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defRPr/>
                  </a:pPr>
                  <a:endParaRPr lang="de-DE" kern="0" smtClean="0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32" name="_s3082"/>
                <p:cNvSpPr>
                  <a:spLocks noChangeArrowheads="1"/>
                </p:cNvSpPr>
                <p:nvPr/>
              </p:nvSpPr>
              <p:spPr bwMode="auto">
                <a:xfrm>
                  <a:off x="3517" y="2019"/>
                  <a:ext cx="255" cy="2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ctr" anchorCtr="0" compatLnSpc="1">
                  <a:prstTxWarp prst="textNoShape">
                    <a:avLst/>
                  </a:prstTxWarp>
                </a:bodyPr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200" kern="0" smtClean="0">
                    <a:solidFill>
                      <a:srgbClr val="0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33" name="_s3083"/>
                <p:cNvSpPr>
                  <a:spLocks noChangeArrowheads="1"/>
                </p:cNvSpPr>
                <p:nvPr/>
              </p:nvSpPr>
              <p:spPr bwMode="auto">
                <a:xfrm>
                  <a:off x="3819" y="2541"/>
                  <a:ext cx="255" cy="2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ctr" anchorCtr="0" compatLnSpc="1">
                  <a:prstTxWarp prst="textNoShape">
                    <a:avLst/>
                  </a:prstTxWarp>
                </a:bodyPr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200" kern="0" smtClean="0">
                    <a:solidFill>
                      <a:srgbClr val="0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34" name="_s3084"/>
                <p:cNvSpPr>
                  <a:spLocks noChangeArrowheads="1"/>
                </p:cNvSpPr>
                <p:nvPr/>
              </p:nvSpPr>
              <p:spPr bwMode="auto">
                <a:xfrm>
                  <a:off x="3518" y="3063"/>
                  <a:ext cx="255" cy="2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ctr" anchorCtr="0" compatLnSpc="1">
                  <a:prstTxWarp prst="textNoShape">
                    <a:avLst/>
                  </a:prstTxWarp>
                </a:bodyPr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200" kern="0" smtClean="0">
                    <a:solidFill>
                      <a:srgbClr val="0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35" name="_s3085"/>
                <p:cNvSpPr>
                  <a:spLocks noChangeArrowheads="1"/>
                </p:cNvSpPr>
                <p:nvPr/>
              </p:nvSpPr>
              <p:spPr bwMode="auto">
                <a:xfrm>
                  <a:off x="2915" y="3064"/>
                  <a:ext cx="255" cy="2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ctr" anchorCtr="0" compatLnSpc="1">
                  <a:prstTxWarp prst="textNoShape">
                    <a:avLst/>
                  </a:prstTxWarp>
                </a:bodyPr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200" kern="0" smtClean="0">
                    <a:solidFill>
                      <a:srgbClr val="0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36" name="_s3086"/>
                <p:cNvSpPr>
                  <a:spLocks noChangeArrowheads="1"/>
                </p:cNvSpPr>
                <p:nvPr/>
              </p:nvSpPr>
              <p:spPr bwMode="auto">
                <a:xfrm>
                  <a:off x="2613" y="2542"/>
                  <a:ext cx="255" cy="2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ctr" anchorCtr="0" compatLnSpc="1">
                  <a:prstTxWarp prst="textNoShape">
                    <a:avLst/>
                  </a:prstTxWarp>
                </a:bodyPr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200" kern="0" smtClean="0">
                    <a:solidFill>
                      <a:srgbClr val="0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37" name="_s3087"/>
                <p:cNvSpPr>
                  <a:spLocks noChangeArrowheads="1"/>
                </p:cNvSpPr>
                <p:nvPr/>
              </p:nvSpPr>
              <p:spPr bwMode="auto">
                <a:xfrm>
                  <a:off x="2914" y="2019"/>
                  <a:ext cx="255" cy="2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ctr" anchorCtr="0" compatLnSpc="1">
                  <a:prstTxWarp prst="textNoShape">
                    <a:avLst/>
                  </a:prstTxWarp>
                </a:bodyPr>
                <a:lstStyle>
                  <a:defPPr>
                    <a:defRPr lang="de-DE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200" kern="0" smtClean="0">
                    <a:solidFill>
                      <a:srgbClr val="000000"/>
                    </a:solidFill>
                    <a:latin typeface="Times New Roman" pitchFamily="18" charset="0"/>
                  </a:endParaRPr>
                </a:p>
              </p:txBody>
            </p:sp>
          </p:grpSp>
        </p:grpSp>
        <p:sp>
          <p:nvSpPr>
            <p:cNvPr id="9" name="Rectangle 36"/>
            <p:cNvSpPr>
              <a:spLocks noChangeArrowheads="1"/>
            </p:cNvSpPr>
            <p:nvPr/>
          </p:nvSpPr>
          <p:spPr bwMode="auto">
            <a:xfrm>
              <a:off x="2106619" y="1802662"/>
              <a:ext cx="1532773" cy="900112"/>
            </a:xfrm>
            <a:prstGeom prst="rect">
              <a:avLst/>
            </a:prstGeom>
            <a:solidFill>
              <a:srgbClr val="9BBB59"/>
            </a:solidFill>
            <a:ln w="9525">
              <a:noFill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US" sz="2000" b="1" kern="0" dirty="0" smtClean="0">
                  <a:solidFill>
                    <a:prstClr val="white"/>
                  </a:solidFill>
                  <a:latin typeface="Calibri"/>
                </a:rPr>
                <a:t>Iteration </a:t>
              </a:r>
              <a:br>
                <a:rPr lang="en-US" sz="2000" b="1" kern="0" dirty="0" smtClean="0">
                  <a:solidFill>
                    <a:prstClr val="white"/>
                  </a:solidFill>
                  <a:latin typeface="Calibri"/>
                </a:rPr>
              </a:br>
              <a:r>
                <a:rPr lang="en-US" sz="2000" b="1" kern="0" dirty="0" smtClean="0">
                  <a:solidFill>
                    <a:prstClr val="white"/>
                  </a:solidFill>
                  <a:latin typeface="Calibri"/>
                </a:rPr>
                <a:t>planning</a:t>
              </a:r>
            </a:p>
          </p:txBody>
        </p:sp>
      </p:grpSp>
      <p:grpSp>
        <p:nvGrpSpPr>
          <p:cNvPr id="38" name="Gruppieren 37"/>
          <p:cNvGrpSpPr/>
          <p:nvPr/>
        </p:nvGrpSpPr>
        <p:grpSpPr>
          <a:xfrm>
            <a:off x="2411760" y="2951161"/>
            <a:ext cx="2565126" cy="1973046"/>
            <a:chOff x="2555776" y="1896740"/>
            <a:chExt cx="2565126" cy="1973046"/>
          </a:xfrm>
          <a:solidFill>
            <a:sysClr val="window" lastClr="FFFFFF"/>
          </a:solidFill>
        </p:grpSpPr>
        <p:sp>
          <p:nvSpPr>
            <p:cNvPr id="39" name="Line 12"/>
            <p:cNvSpPr>
              <a:spLocks noChangeShapeType="1"/>
            </p:cNvSpPr>
            <p:nvPr/>
          </p:nvSpPr>
          <p:spPr bwMode="auto">
            <a:xfrm flipV="1">
              <a:off x="4139952" y="1896740"/>
              <a:ext cx="0" cy="882900"/>
            </a:xfrm>
            <a:prstGeom prst="line">
              <a:avLst/>
            </a:prstGeom>
            <a:grp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de-DE" kern="0" smtClean="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40" name="Text Box 15"/>
            <p:cNvSpPr txBox="1">
              <a:spLocks noChangeArrowheads="1"/>
            </p:cNvSpPr>
            <p:nvPr/>
          </p:nvSpPr>
          <p:spPr bwMode="auto">
            <a:xfrm>
              <a:off x="2555776" y="2669457"/>
              <a:ext cx="2565126" cy="1200329"/>
            </a:xfrm>
            <a:prstGeom prst="rect">
              <a:avLst/>
            </a:prstGeom>
            <a:grpFill/>
            <a:ln w="9525">
              <a:solidFill>
                <a:srgbClr val="000000"/>
              </a:solidFill>
              <a:prstDash val="dash"/>
              <a:miter lim="800000"/>
              <a:headEnd/>
              <a:tailEnd/>
            </a:ln>
            <a:effectLst/>
            <a:extLst/>
          </p:spPr>
          <p:txBody>
            <a:bodyPr wrap="none">
              <a:no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b="1" u="sng" kern="0" dirty="0" smtClean="0">
                  <a:solidFill>
                    <a:srgbClr val="000000"/>
                  </a:solidFill>
                  <a:latin typeface="Source Code Pro Semibold" panose="020B0609030403020204" pitchFamily="49" charset="0"/>
                </a:rPr>
                <a:t>Prepare work:</a:t>
              </a:r>
            </a:p>
            <a:p>
              <a:pPr marL="285750" indent="-285750">
                <a:buFont typeface="Arial" panose="020B0604020202020204" pitchFamily="34" charset="0"/>
                <a:buChar char="•"/>
                <a:defRPr/>
              </a:pPr>
              <a:r>
                <a:rPr lang="en-US" kern="0" dirty="0" err="1" smtClean="0">
                  <a:solidFill>
                    <a:srgbClr val="000000"/>
                  </a:solidFill>
                  <a:latin typeface="Source Code Pro Semibold" panose="020B0609030403020204" pitchFamily="49" charset="0"/>
                </a:rPr>
                <a:t>git</a:t>
              </a:r>
              <a:r>
                <a:rPr lang="en-US" kern="0" dirty="0" smtClean="0">
                  <a:solidFill>
                    <a:srgbClr val="000000"/>
                  </a:solidFill>
                  <a:latin typeface="Source Code Pro Semibold" panose="020B0609030403020204" pitchFamily="49" charset="0"/>
                </a:rPr>
                <a:t> clone …</a:t>
              </a:r>
            </a:p>
            <a:p>
              <a:pPr marL="285750" indent="-285750">
                <a:buFont typeface="Arial" panose="020B0604020202020204" pitchFamily="34" charset="0"/>
                <a:buChar char="•"/>
                <a:defRPr/>
              </a:pPr>
              <a:r>
                <a:rPr lang="en-US" kern="0" dirty="0" smtClean="0">
                  <a:solidFill>
                    <a:srgbClr val="000000"/>
                  </a:solidFill>
                  <a:latin typeface="Source Code Pro Semibold" panose="020B0609030403020204" pitchFamily="49" charset="0"/>
                </a:rPr>
                <a:t>???</a:t>
              </a:r>
              <a:endParaRPr lang="en-US" kern="0" dirty="0">
                <a:solidFill>
                  <a:srgbClr val="000000"/>
                </a:solidFill>
                <a:latin typeface="Source Code Pro Semibold" panose="020B0609030403020204" pitchFamily="49" charset="0"/>
              </a:endParaRPr>
            </a:p>
          </p:txBody>
        </p:sp>
      </p:grpSp>
      <p:grpSp>
        <p:nvGrpSpPr>
          <p:cNvPr id="41" name="Gruppieren 40"/>
          <p:cNvGrpSpPr/>
          <p:nvPr/>
        </p:nvGrpSpPr>
        <p:grpSpPr>
          <a:xfrm>
            <a:off x="6628227" y="843558"/>
            <a:ext cx="2408265" cy="1720554"/>
            <a:chOff x="6639791" y="2490753"/>
            <a:chExt cx="1621944" cy="1720554"/>
          </a:xfrm>
          <a:solidFill>
            <a:sysClr val="window" lastClr="FFFFFF"/>
          </a:solidFill>
        </p:grpSpPr>
        <p:sp>
          <p:nvSpPr>
            <p:cNvPr id="42" name="Text Box 34"/>
            <p:cNvSpPr txBox="1">
              <a:spLocks noChangeArrowheads="1"/>
            </p:cNvSpPr>
            <p:nvPr/>
          </p:nvSpPr>
          <p:spPr bwMode="auto">
            <a:xfrm>
              <a:off x="6639791" y="2490753"/>
              <a:ext cx="1621944" cy="1477328"/>
            </a:xfrm>
            <a:prstGeom prst="rect">
              <a:avLst/>
            </a:prstGeom>
            <a:grpFill/>
            <a:ln w="9525">
              <a:solidFill>
                <a:srgbClr val="000000"/>
              </a:solidFill>
              <a:prstDash val="dash"/>
              <a:miter lim="800000"/>
              <a:headEnd/>
              <a:tailEnd/>
            </a:ln>
            <a:effectLst/>
            <a:extLst/>
          </p:spPr>
          <p:txBody>
            <a:bodyPr wrap="square">
              <a:no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b="1" u="sng" kern="0" dirty="0" smtClean="0">
                  <a:solidFill>
                    <a:srgbClr val="000000"/>
                  </a:solidFill>
                  <a:latin typeface="Source Code Pro Semibold" panose="020B0609030403020204" pitchFamily="49" charset="0"/>
                </a:rPr>
                <a:t>Finished when:</a:t>
              </a:r>
            </a:p>
            <a:p>
              <a:pPr marL="285750" indent="-285750">
                <a:buFont typeface="Arial" panose="020B0604020202020204" pitchFamily="34" charset="0"/>
                <a:buChar char="•"/>
                <a:defRPr/>
              </a:pPr>
              <a:r>
                <a:rPr lang="en-US" kern="0" dirty="0" smtClean="0">
                  <a:solidFill>
                    <a:srgbClr val="000000"/>
                  </a:solidFill>
                  <a:latin typeface="Source Code Pro Semibold" panose="020B0609030403020204" pitchFamily="49" charset="0"/>
                </a:rPr>
                <a:t>Build “green”</a:t>
              </a:r>
            </a:p>
            <a:p>
              <a:pPr marL="285750" indent="-285750">
                <a:buFont typeface="Arial" panose="020B0604020202020204" pitchFamily="34" charset="0"/>
                <a:buChar char="•"/>
                <a:defRPr/>
              </a:pPr>
              <a:r>
                <a:rPr lang="en-US" kern="0" dirty="0" smtClean="0">
                  <a:solidFill>
                    <a:srgbClr val="000000"/>
                  </a:solidFill>
                  <a:latin typeface="Source Code Pro Semibold" panose="020B0609030403020204" pitchFamily="49" charset="0"/>
                </a:rPr>
                <a:t>Review</a:t>
              </a:r>
            </a:p>
            <a:p>
              <a:pPr marL="285750" indent="-285750">
                <a:buFont typeface="Arial" panose="020B0604020202020204" pitchFamily="34" charset="0"/>
                <a:buChar char="•"/>
                <a:defRPr/>
              </a:pPr>
              <a:r>
                <a:rPr lang="en-US" kern="0" dirty="0" smtClean="0">
                  <a:solidFill>
                    <a:srgbClr val="000000"/>
                  </a:solidFill>
                  <a:latin typeface="Source Code Pro Semibold" panose="020B0609030403020204" pitchFamily="49" charset="0"/>
                </a:rPr>
                <a:t>???</a:t>
              </a:r>
              <a:endParaRPr lang="en-US" u="sng" kern="0" dirty="0" smtClean="0">
                <a:solidFill>
                  <a:srgbClr val="000000"/>
                </a:solidFill>
                <a:latin typeface="Source Code Pro Semibold" panose="020B0609030403020204" pitchFamily="49" charset="0"/>
              </a:endParaRPr>
            </a:p>
          </p:txBody>
        </p:sp>
        <p:sp>
          <p:nvSpPr>
            <p:cNvPr id="43" name="Line 35"/>
            <p:cNvSpPr>
              <a:spLocks noChangeShapeType="1"/>
            </p:cNvSpPr>
            <p:nvPr/>
          </p:nvSpPr>
          <p:spPr bwMode="auto">
            <a:xfrm flipH="1">
              <a:off x="7022455" y="3968080"/>
              <a:ext cx="0" cy="243227"/>
            </a:xfrm>
            <a:prstGeom prst="line">
              <a:avLst/>
            </a:prstGeom>
            <a:grp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de-DE" kern="0" smtClean="0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44" name="Gruppieren 43"/>
          <p:cNvGrpSpPr/>
          <p:nvPr/>
        </p:nvGrpSpPr>
        <p:grpSpPr>
          <a:xfrm>
            <a:off x="3131840" y="750645"/>
            <a:ext cx="3060072" cy="2109209"/>
            <a:chOff x="2635312" y="2079099"/>
            <a:chExt cx="4312746" cy="2109209"/>
          </a:xfrm>
        </p:grpSpPr>
        <p:sp>
          <p:nvSpPr>
            <p:cNvPr id="46" name="Line 17"/>
            <p:cNvSpPr>
              <a:spLocks noChangeShapeType="1"/>
            </p:cNvSpPr>
            <p:nvPr/>
          </p:nvSpPr>
          <p:spPr bwMode="auto">
            <a:xfrm flipH="1">
              <a:off x="5743510" y="3279428"/>
              <a:ext cx="0" cy="90888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no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de-DE" kern="0" smtClean="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45" name="Text Box 16"/>
            <p:cNvSpPr txBox="1">
              <a:spLocks noChangeArrowheads="1"/>
            </p:cNvSpPr>
            <p:nvPr/>
          </p:nvSpPr>
          <p:spPr bwMode="auto">
            <a:xfrm>
              <a:off x="2635312" y="2079099"/>
              <a:ext cx="4312746" cy="1200329"/>
            </a:xfrm>
            <a:prstGeom prst="rect">
              <a:avLst/>
            </a:prstGeom>
            <a:solidFill>
              <a:sysClr val="window" lastClr="FFFFFF">
                <a:alpha val="50000"/>
              </a:sysClr>
            </a:solidFill>
            <a:ln w="9525">
              <a:solidFill>
                <a:srgbClr val="000000"/>
              </a:solidFill>
              <a:prstDash val="dash"/>
              <a:miter lim="800000"/>
              <a:headEnd/>
              <a:tailEnd/>
            </a:ln>
            <a:effectLst/>
            <a:extLst/>
          </p:spPr>
          <p:txBody>
            <a:bodyPr wrap="none">
              <a:no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b="1" u="sng" kern="0" dirty="0" smtClean="0">
                  <a:solidFill>
                    <a:srgbClr val="000000"/>
                  </a:solidFill>
                  <a:latin typeface="Source Code Pro Semibold" panose="020B0609030403020204" pitchFamily="49" charset="0"/>
                </a:rPr>
                <a:t>Daily Work</a:t>
              </a:r>
              <a:r>
                <a:rPr lang="en-US" b="1" u="sng" kern="0" dirty="0" smtClean="0">
                  <a:solidFill>
                    <a:srgbClr val="000000"/>
                  </a:solidFill>
                  <a:latin typeface="Courier New" pitchFamily="49" charset="0"/>
                </a:rPr>
                <a:t>:</a:t>
              </a:r>
              <a:endParaRPr lang="en-US" b="1" kern="0" dirty="0" smtClean="0">
                <a:solidFill>
                  <a:srgbClr val="000000"/>
                </a:solidFill>
                <a:latin typeface="Courier New" pitchFamily="49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  <a:defRPr/>
              </a:pPr>
              <a:r>
                <a:rPr lang="en-US" kern="0" dirty="0" smtClean="0">
                  <a:solidFill>
                    <a:srgbClr val="000000"/>
                  </a:solidFill>
                  <a:latin typeface="Source Code Pro Semibold"/>
                </a:rPr>
                <a:t>make audit</a:t>
              </a:r>
            </a:p>
            <a:p>
              <a:pPr marL="285750" indent="-285750">
                <a:buFont typeface="Arial" panose="020B0604020202020204" pitchFamily="34" charset="0"/>
                <a:buChar char="•"/>
                <a:defRPr/>
              </a:pPr>
              <a:r>
                <a:rPr lang="en-US" kern="0" dirty="0" err="1" smtClean="0">
                  <a:solidFill>
                    <a:srgbClr val="000000"/>
                  </a:solidFill>
                  <a:latin typeface="Source Code Pro Semibold"/>
                </a:rPr>
                <a:t>git</a:t>
              </a:r>
              <a:r>
                <a:rPr lang="en-US" kern="0" dirty="0" smtClean="0">
                  <a:solidFill>
                    <a:srgbClr val="000000"/>
                  </a:solidFill>
                  <a:latin typeface="Source Code Pro Semibold"/>
                </a:rPr>
                <a:t> add/commit/push</a:t>
              </a:r>
            </a:p>
            <a:p>
              <a:pPr marL="285750" indent="-285750">
                <a:buFont typeface="Arial" panose="020B0604020202020204" pitchFamily="34" charset="0"/>
                <a:buChar char="•"/>
                <a:defRPr/>
              </a:pPr>
              <a:r>
                <a:rPr lang="en-US" kern="0" dirty="0" smtClean="0">
                  <a:solidFill>
                    <a:srgbClr val="000000"/>
                  </a:solidFill>
                  <a:latin typeface="Source Code Pro Semibold"/>
                </a:rPr>
                <a:t>???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99077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do you develop Software?</a:t>
            </a:r>
            <a:endParaRPr lang="en-GB" dirty="0"/>
          </a:p>
        </p:txBody>
      </p:sp>
      <p:sp>
        <p:nvSpPr>
          <p:cNvPr id="7" name="Untertitel 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spcAft>
                <a:spcPts val="1800"/>
              </a:spcAft>
              <a:buNone/>
            </a:pPr>
            <a:r>
              <a:rPr lang="en-US" sz="1800" dirty="0"/>
              <a:t>Please think about </a:t>
            </a:r>
            <a:r>
              <a:rPr lang="en-US" sz="1800" dirty="0" smtClean="0"/>
              <a:t>a concrete software that you develop (alone or with others):</a:t>
            </a:r>
            <a:endParaRPr lang="en-US" sz="1800" dirty="0"/>
          </a:p>
          <a:p>
            <a:pPr lvl="1">
              <a:spcAft>
                <a:spcPts val="1200"/>
              </a:spcAft>
            </a:pPr>
            <a:r>
              <a:rPr lang="en-US" sz="1800" dirty="0"/>
              <a:t>Please</a:t>
            </a:r>
            <a:r>
              <a:rPr lang="en-US" sz="1800" dirty="0" smtClean="0"/>
              <a:t> describe the context (e.g., how many developers, their availability, etc.).</a:t>
            </a:r>
          </a:p>
          <a:p>
            <a:pPr lvl="1">
              <a:spcAft>
                <a:spcPts val="1200"/>
              </a:spcAft>
            </a:pPr>
            <a:r>
              <a:rPr lang="en-US" sz="1800" dirty="0" smtClean="0"/>
              <a:t>Please visualize the change process:</a:t>
            </a:r>
          </a:p>
          <a:p>
            <a:pPr lvl="2">
              <a:spcAft>
                <a:spcPts val="600"/>
              </a:spcAft>
            </a:pPr>
            <a:r>
              <a:rPr lang="en-US" sz="1800" dirty="0" smtClean="0"/>
              <a:t>Which steps are performed to get a change into a usable software version? </a:t>
            </a:r>
          </a:p>
          <a:p>
            <a:pPr lvl="2">
              <a:spcAft>
                <a:spcPts val="600"/>
              </a:spcAft>
            </a:pPr>
            <a:r>
              <a:rPr lang="en-US" sz="1800" dirty="0" smtClean="0"/>
              <a:t>Which tools and practices do you use?</a:t>
            </a:r>
          </a:p>
          <a:p>
            <a:pPr lvl="2">
              <a:spcAft>
                <a:spcPts val="1200"/>
              </a:spcAft>
            </a:pPr>
            <a:r>
              <a:rPr lang="en-US" sz="1800" dirty="0" smtClean="0"/>
              <a:t>Are there any automatic checks / reviews / feedback steps involved?</a:t>
            </a:r>
            <a:endParaRPr lang="en-US" sz="1800" dirty="0"/>
          </a:p>
          <a:p>
            <a:pPr lvl="1">
              <a:spcAft>
                <a:spcPts val="1800"/>
              </a:spcAft>
            </a:pPr>
            <a:r>
              <a:rPr lang="en-US" sz="1800" dirty="0"/>
              <a:t>Which aspects of the change process </a:t>
            </a:r>
            <a:r>
              <a:rPr lang="en-US" sz="1800" dirty="0" smtClean="0"/>
              <a:t>work well and which of them could require improvements?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52927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449" y="3556112"/>
            <a:ext cx="3397601" cy="1224136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/>
              <a:t>In this Workshop:</a:t>
            </a:r>
            <a:r>
              <a:rPr lang="en-US" dirty="0" smtClean="0"/>
              <a:t> Demonstrate an exemplary</a:t>
            </a:r>
            <a:br>
              <a:rPr lang="en-US" dirty="0" smtClean="0"/>
            </a:br>
            <a:r>
              <a:rPr lang="en-US" dirty="0" smtClean="0"/>
              <a:t>Change Process supported by </a:t>
            </a:r>
            <a:r>
              <a:rPr lang="en-US" dirty="0" err="1" smtClean="0"/>
              <a:t>Git</a:t>
            </a:r>
            <a:r>
              <a:rPr lang="en-US" dirty="0" smtClean="0"/>
              <a:t> and </a:t>
            </a:r>
            <a:r>
              <a:rPr lang="en-US" dirty="0" err="1" smtClean="0"/>
              <a:t>GitLab</a:t>
            </a:r>
            <a:endParaRPr lang="en-GB" dirty="0"/>
          </a:p>
        </p:txBody>
      </p:sp>
      <p:sp>
        <p:nvSpPr>
          <p:cNvPr id="2" name="Flussdiagramm: Magnetplattenspeicher 1"/>
          <p:cNvSpPr/>
          <p:nvPr/>
        </p:nvSpPr>
        <p:spPr bwMode="auto">
          <a:xfrm>
            <a:off x="3956823" y="1086917"/>
            <a:ext cx="1354610" cy="813011"/>
          </a:xfrm>
          <a:prstGeom prst="flowChartMagneticDisk">
            <a:avLst/>
          </a:prstGeom>
          <a:ln>
            <a:solidFill>
              <a:schemeClr val="tx1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3" name="Pfeil nach unten 2"/>
          <p:cNvSpPr/>
          <p:nvPr/>
        </p:nvSpPr>
        <p:spPr bwMode="auto">
          <a:xfrm>
            <a:off x="1763688" y="2353077"/>
            <a:ext cx="1152128" cy="792097"/>
          </a:xfrm>
          <a:prstGeom prst="downArrow">
            <a:avLst/>
          </a:prstGeom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606" y="2034984"/>
            <a:ext cx="2413186" cy="1383291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7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1690522"/>
            <a:ext cx="1985305" cy="204034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grpSp>
        <p:nvGrpSpPr>
          <p:cNvPr id="6" name="Gruppieren 5"/>
          <p:cNvGrpSpPr/>
          <p:nvPr/>
        </p:nvGrpSpPr>
        <p:grpSpPr>
          <a:xfrm>
            <a:off x="2987824" y="1974326"/>
            <a:ext cx="3244198" cy="1480381"/>
            <a:chOff x="3059831" y="2027473"/>
            <a:chExt cx="3244198" cy="1480381"/>
          </a:xfrm>
        </p:grpSpPr>
        <p:sp>
          <p:nvSpPr>
            <p:cNvPr id="14" name="Textfeld 13"/>
            <p:cNvSpPr txBox="1"/>
            <p:nvPr/>
          </p:nvSpPr>
          <p:spPr>
            <a:xfrm>
              <a:off x="3478513" y="2449992"/>
              <a:ext cx="2397711" cy="646331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b="1" dirty="0" smtClean="0">
                  <a:ea typeface="ＭＳ Ｐゴシック" charset="0"/>
                </a:rPr>
                <a:t>Development</a:t>
              </a:r>
              <a:br>
                <a:rPr lang="de-DE" b="1" dirty="0" smtClean="0">
                  <a:ea typeface="ＭＳ Ｐゴシック" charset="0"/>
                </a:rPr>
              </a:br>
              <a:r>
                <a:rPr lang="de-DE" b="1" dirty="0" smtClean="0">
                  <a:ea typeface="ＭＳ Ｐゴシック" charset="0"/>
                </a:rPr>
                <a:t>Team</a:t>
              </a:r>
              <a:endParaRPr lang="de-DE" b="1" dirty="0">
                <a:ea typeface="ＭＳ Ｐゴシック" charset="0"/>
              </a:endParaRPr>
            </a:p>
          </p:txBody>
        </p:sp>
        <p:sp>
          <p:nvSpPr>
            <p:cNvPr id="5" name="Pfeil nach unten 4"/>
            <p:cNvSpPr/>
            <p:nvPr/>
          </p:nvSpPr>
          <p:spPr bwMode="auto">
            <a:xfrm>
              <a:off x="4401210" y="3143977"/>
              <a:ext cx="576064" cy="363877"/>
            </a:xfrm>
            <a:prstGeom prst="downArrow">
              <a:avLst/>
            </a:prstGeom>
            <a:ln>
              <a:solidFill>
                <a:schemeClr val="tx1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Pfeil nach unten 18"/>
            <p:cNvSpPr/>
            <p:nvPr/>
          </p:nvSpPr>
          <p:spPr bwMode="auto">
            <a:xfrm rot="10800000">
              <a:off x="4401210" y="2027473"/>
              <a:ext cx="576064" cy="363877"/>
            </a:xfrm>
            <a:prstGeom prst="downArrow">
              <a:avLst/>
            </a:prstGeom>
            <a:ln>
              <a:solidFill>
                <a:schemeClr val="tx1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Pfeil nach unten 19"/>
            <p:cNvSpPr/>
            <p:nvPr/>
          </p:nvSpPr>
          <p:spPr bwMode="auto">
            <a:xfrm rot="16200000">
              <a:off x="5834059" y="2591217"/>
              <a:ext cx="576064" cy="363877"/>
            </a:xfrm>
            <a:prstGeom prst="downArrow">
              <a:avLst/>
            </a:prstGeom>
            <a:ln>
              <a:solidFill>
                <a:schemeClr val="tx1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Pfeil nach unten 20"/>
            <p:cNvSpPr/>
            <p:nvPr/>
          </p:nvSpPr>
          <p:spPr bwMode="auto">
            <a:xfrm rot="5400000">
              <a:off x="2953738" y="2591218"/>
              <a:ext cx="576064" cy="363877"/>
            </a:xfrm>
            <a:prstGeom prst="downArrow">
              <a:avLst/>
            </a:prstGeom>
            <a:ln>
              <a:solidFill>
                <a:schemeClr val="tx1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6" name="Textfeld 25"/>
          <p:cNvSpPr txBox="1"/>
          <p:nvPr/>
        </p:nvSpPr>
        <p:spPr>
          <a:xfrm>
            <a:off x="4004322" y="1287481"/>
            <a:ext cx="12458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Shared </a:t>
            </a:r>
            <a:r>
              <a:rPr lang="en-US" sz="1600" b="1" dirty="0" err="1" smtClean="0"/>
              <a:t>Git</a:t>
            </a:r>
            <a:r>
              <a:rPr lang="en-US" sz="1600" b="1" dirty="0" smtClean="0"/>
              <a:t/>
            </a:r>
            <a:br>
              <a:rPr lang="en-US" sz="1600" b="1" dirty="0" smtClean="0"/>
            </a:br>
            <a:r>
              <a:rPr lang="en-US" sz="1600" b="1" dirty="0" smtClean="0"/>
              <a:t> repository</a:t>
            </a:r>
            <a:endParaRPr lang="en-US" sz="1600" b="1" dirty="0"/>
          </a:p>
        </p:txBody>
      </p:sp>
      <p:sp>
        <p:nvSpPr>
          <p:cNvPr id="7" name="Textfeld 6"/>
          <p:cNvSpPr txBox="1"/>
          <p:nvPr/>
        </p:nvSpPr>
        <p:spPr>
          <a:xfrm>
            <a:off x="3851789" y="3561587"/>
            <a:ext cx="1507144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b="1" dirty="0"/>
              <a:t>Issue Tracker</a:t>
            </a:r>
          </a:p>
        </p:txBody>
      </p:sp>
      <p:sp>
        <p:nvSpPr>
          <p:cNvPr id="27" name="Textfeld 26"/>
          <p:cNvSpPr txBox="1"/>
          <p:nvPr/>
        </p:nvSpPr>
        <p:spPr>
          <a:xfrm>
            <a:off x="721994" y="1635646"/>
            <a:ext cx="1542410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Build Pipeline</a:t>
            </a:r>
            <a:endParaRPr lang="en-US" sz="1600" b="1" dirty="0"/>
          </a:p>
        </p:txBody>
      </p:sp>
      <p:sp>
        <p:nvSpPr>
          <p:cNvPr id="28" name="Textfeld 27"/>
          <p:cNvSpPr txBox="1"/>
          <p:nvPr/>
        </p:nvSpPr>
        <p:spPr>
          <a:xfrm>
            <a:off x="6696615" y="1275606"/>
            <a:ext cx="1768433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Merge Requests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17772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Points</a:t>
            </a:r>
            <a:endParaRPr lang="en-US" b="0" dirty="0"/>
          </a:p>
        </p:txBody>
      </p:sp>
      <p:sp>
        <p:nvSpPr>
          <p:cNvPr id="2" name="Textplatzhalt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1800" dirty="0" smtClean="0"/>
              <a:t>Software development processes lay out the general phases and activities performed during software development</a:t>
            </a:r>
          </a:p>
          <a:p>
            <a:pPr>
              <a:spcAft>
                <a:spcPts val="1200"/>
              </a:spcAft>
            </a:pPr>
            <a:r>
              <a:rPr lang="en-US" sz="1800" dirty="0" smtClean="0"/>
              <a:t>Change management helps to:</a:t>
            </a:r>
          </a:p>
          <a:p>
            <a:pPr marL="465455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Keep control over changes</a:t>
            </a:r>
          </a:p>
          <a:p>
            <a:pPr marL="465455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Ensure quality</a:t>
            </a:r>
          </a:p>
          <a:p>
            <a:pPr marL="465455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Improve productivity</a:t>
            </a:r>
          </a:p>
          <a:p>
            <a:pPr marL="465455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Keep status transparent</a:t>
            </a:r>
          </a:p>
          <a:p>
            <a:pPr>
              <a:spcAft>
                <a:spcPts val="1200"/>
              </a:spcAft>
            </a:pPr>
            <a:r>
              <a:rPr lang="en-US" sz="1800" dirty="0" smtClean="0"/>
              <a:t>Make </a:t>
            </a:r>
            <a:r>
              <a:rPr lang="en-US" sz="1800" dirty="0"/>
              <a:t>sure</a:t>
            </a:r>
            <a:r>
              <a:rPr lang="en-US" sz="1800" dirty="0" smtClean="0"/>
              <a:t> to establish a practical change process supporting your team!</a:t>
            </a:r>
          </a:p>
        </p:txBody>
      </p:sp>
    </p:spTree>
    <p:extLst>
      <p:ext uri="{BB962C8B-B14F-4D97-AF65-F5344CB8AC3E}">
        <p14:creationId xmlns:p14="http://schemas.microsoft.com/office/powerpoint/2010/main" val="3035834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Image Credits</a:t>
            </a:r>
            <a:endParaRPr lang="en-US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spcAft>
                <a:spcPts val="2400"/>
              </a:spcAft>
            </a:pPr>
            <a:r>
              <a:rPr lang="en-US" dirty="0" smtClean="0"/>
              <a:t>All content is licensed under </a:t>
            </a:r>
            <a:r>
              <a:rPr lang="en-US" dirty="0" smtClean="0">
                <a:hlinkClick r:id="rId2"/>
              </a:rPr>
              <a:t>Attribution 4.0 International (CC BY 4.0)</a:t>
            </a:r>
            <a:r>
              <a:rPr lang="en-US" dirty="0" smtClean="0"/>
              <a:t> with the following exceptions:</a:t>
            </a:r>
          </a:p>
          <a:p>
            <a:pPr lvl="1">
              <a:spcAft>
                <a:spcPts val="600"/>
              </a:spcAft>
            </a:pPr>
            <a:r>
              <a:rPr lang="en-US" sz="1400" dirty="0" smtClean="0"/>
              <a:t>HIFIS logos / </a:t>
            </a:r>
            <a:r>
              <a:rPr lang="en-US" sz="1400" dirty="0"/>
              <a:t>slide </a:t>
            </a:r>
            <a:r>
              <a:rPr lang="en-US" sz="1400" dirty="0" smtClean="0"/>
              <a:t>layout, © Helmholtz </a:t>
            </a:r>
            <a:r>
              <a:rPr lang="en-US" sz="1400" dirty="0"/>
              <a:t>Association of German Research </a:t>
            </a:r>
            <a:r>
              <a:rPr lang="en-US" sz="1400" dirty="0" err="1" smtClean="0"/>
              <a:t>Centres</a:t>
            </a:r>
            <a:r>
              <a:rPr lang="en-US" sz="1400" dirty="0" smtClean="0"/>
              <a:t>. All </a:t>
            </a:r>
            <a:r>
              <a:rPr lang="en-US" sz="1400" dirty="0"/>
              <a:t>rights reserved</a:t>
            </a:r>
            <a:r>
              <a:rPr lang="en-US" sz="1400" dirty="0" smtClean="0"/>
              <a:t>.</a:t>
            </a:r>
          </a:p>
          <a:p>
            <a:pPr lvl="1">
              <a:spcAft>
                <a:spcPts val="600"/>
              </a:spcAft>
            </a:pPr>
            <a:r>
              <a:rPr lang="en-US" sz="1400" dirty="0"/>
              <a:t>DLR </a:t>
            </a:r>
            <a:r>
              <a:rPr lang="en-US" sz="1400" dirty="0" smtClean="0"/>
              <a:t>logo, slide 1, </a:t>
            </a:r>
            <a:r>
              <a:rPr lang="en-US" sz="1400" dirty="0"/>
              <a:t>© </a:t>
            </a:r>
            <a:r>
              <a:rPr lang="en-US" sz="1400" dirty="0" smtClean="0"/>
              <a:t>German Aerospace Center. </a:t>
            </a:r>
            <a:r>
              <a:rPr lang="en-US" sz="1400" dirty="0"/>
              <a:t>All rights reserved</a:t>
            </a:r>
            <a:r>
              <a:rPr lang="en-US" sz="1400" dirty="0" smtClean="0"/>
              <a:t>.</a:t>
            </a:r>
          </a:p>
          <a:p>
            <a:pPr lvl="1">
              <a:spcAft>
                <a:spcPts val="600"/>
              </a:spcAft>
            </a:pPr>
            <a:r>
              <a:rPr lang="en-US" sz="1400" dirty="0" smtClean="0"/>
              <a:t>Development process, slide 2, image by Oliver </a:t>
            </a:r>
            <a:r>
              <a:rPr lang="en-US" sz="1400" dirty="0" err="1" smtClean="0"/>
              <a:t>Widder</a:t>
            </a:r>
            <a:r>
              <a:rPr lang="de-DE" sz="1400" dirty="0" smtClean="0"/>
              <a:t>, </a:t>
            </a:r>
            <a:r>
              <a:rPr lang="de-DE" sz="1400" dirty="0">
                <a:hlinkClick r:id="rId3"/>
              </a:rPr>
              <a:t>CC BY </a:t>
            </a:r>
            <a:r>
              <a:rPr lang="de-DE" sz="1400" dirty="0" smtClean="0">
                <a:hlinkClick r:id="rId3"/>
              </a:rPr>
              <a:t>3.0</a:t>
            </a:r>
            <a:r>
              <a:rPr lang="de-DE" sz="1400" dirty="0" smtClean="0"/>
              <a:t>, </a:t>
            </a:r>
            <a:r>
              <a:rPr lang="de-DE" sz="1400" dirty="0" err="1" smtClean="0"/>
              <a:t>source</a:t>
            </a:r>
            <a:r>
              <a:rPr lang="de-DE" sz="1400" dirty="0"/>
              <a:t>: </a:t>
            </a:r>
            <a:r>
              <a:rPr lang="de-DE" sz="1400" dirty="0">
                <a:hlinkClick r:id="rId4"/>
              </a:rPr>
              <a:t>http://</a:t>
            </a:r>
            <a:r>
              <a:rPr lang="de-DE" sz="1400" dirty="0" smtClean="0">
                <a:hlinkClick r:id="rId4"/>
              </a:rPr>
              <a:t>geek-and-poke.com/geekandpoke/2012/1/28/simply-explained.html</a:t>
            </a:r>
            <a:endParaRPr lang="en-US" sz="1400" dirty="0" smtClean="0"/>
          </a:p>
          <a:p>
            <a:pPr lvl="1">
              <a:spcAft>
                <a:spcPts val="600"/>
              </a:spcAft>
            </a:pPr>
            <a:r>
              <a:rPr lang="en-US" sz="1400" dirty="0" err="1" smtClean="0"/>
              <a:t>Zuse</a:t>
            </a:r>
            <a:r>
              <a:rPr lang="en-US" sz="1400" dirty="0" smtClean="0"/>
              <a:t> Z3, slide 3, image by </a:t>
            </a:r>
            <a:r>
              <a:rPr lang="en-US" sz="1400" dirty="0" err="1" smtClean="0">
                <a:hlinkClick r:id="rId5"/>
              </a:rPr>
              <a:t>Venusianer</a:t>
            </a:r>
            <a:r>
              <a:rPr lang="en-US" sz="1400" dirty="0"/>
              <a:t>,</a:t>
            </a:r>
            <a:r>
              <a:rPr lang="en-US" sz="1400" dirty="0" smtClean="0"/>
              <a:t> </a:t>
            </a:r>
            <a:r>
              <a:rPr lang="en-US" sz="1400" dirty="0">
                <a:hlinkClick r:id="rId6"/>
              </a:rPr>
              <a:t>CC BY-SA </a:t>
            </a:r>
            <a:r>
              <a:rPr lang="en-US" sz="1400" dirty="0" smtClean="0">
                <a:hlinkClick r:id="rId6"/>
              </a:rPr>
              <a:t>3.0</a:t>
            </a:r>
            <a:r>
              <a:rPr lang="en-US" sz="1400" dirty="0" smtClean="0"/>
              <a:t>, source: </a:t>
            </a:r>
            <a:r>
              <a:rPr lang="en-US" sz="1400" dirty="0" smtClean="0">
                <a:hlinkClick r:id="rId7"/>
              </a:rPr>
              <a:t>https</a:t>
            </a:r>
            <a:r>
              <a:rPr lang="en-US" sz="1400" dirty="0">
                <a:hlinkClick r:id="rId7"/>
              </a:rPr>
              <a:t>://</a:t>
            </a:r>
            <a:r>
              <a:rPr lang="en-US" sz="1400" dirty="0" smtClean="0">
                <a:hlinkClick r:id="rId7"/>
              </a:rPr>
              <a:t>commons.wikimedia.org/wiki/File:Z3_Deutsches_Museum.JPG</a:t>
            </a:r>
            <a:r>
              <a:rPr lang="en-US" sz="1400" dirty="0" smtClean="0"/>
              <a:t>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82791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0A2D6E"/>
      </a:accent1>
      <a:accent2>
        <a:srgbClr val="005AA0"/>
      </a:accent2>
      <a:accent3>
        <a:srgbClr val="8CB423"/>
      </a:accent3>
      <a:accent4>
        <a:srgbClr val="5A696E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esentatio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0A2D6E"/>
        </a:accent1>
        <a:accent2>
          <a:srgbClr val="005AA0"/>
        </a:accent2>
        <a:accent3>
          <a:srgbClr val="8CB423"/>
        </a:accent3>
        <a:accent4>
          <a:srgbClr val="5A696E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0A2D6E"/>
        </a:accent1>
        <a:accent2>
          <a:srgbClr val="005AA0"/>
        </a:accent2>
        <a:accent3>
          <a:srgbClr val="8CB423"/>
        </a:accent3>
        <a:accent4>
          <a:srgbClr val="5A696E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0A2D6E"/>
        </a:accent1>
        <a:accent2>
          <a:srgbClr val="005AA0"/>
        </a:accent2>
        <a:accent3>
          <a:srgbClr val="8CB423"/>
        </a:accent3>
        <a:accent4>
          <a:srgbClr val="5A696E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0A2D6E"/>
        </a:accent1>
        <a:accent2>
          <a:srgbClr val="005AA0"/>
        </a:accent2>
        <a:accent3>
          <a:srgbClr val="8CB423"/>
        </a:accent3>
        <a:accent4>
          <a:srgbClr val="5A696E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5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0A2D6E"/>
        </a:accent1>
        <a:accent2>
          <a:srgbClr val="005AA0"/>
        </a:accent2>
        <a:accent3>
          <a:srgbClr val="8CB423"/>
        </a:accent3>
        <a:accent4>
          <a:srgbClr val="5A696E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0A2D6E"/>
      </a:accent1>
      <a:accent2>
        <a:srgbClr val="005AA0"/>
      </a:accent2>
      <a:accent3>
        <a:srgbClr val="8CB423"/>
      </a:accent3>
      <a:accent4>
        <a:srgbClr val="5A696E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esentatio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0A2D6E"/>
        </a:accent1>
        <a:accent2>
          <a:srgbClr val="005AA0"/>
        </a:accent2>
        <a:accent3>
          <a:srgbClr val="8CB423"/>
        </a:accent3>
        <a:accent4>
          <a:srgbClr val="5A696E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0A2D6E"/>
        </a:accent1>
        <a:accent2>
          <a:srgbClr val="005AA0"/>
        </a:accent2>
        <a:accent3>
          <a:srgbClr val="8CB423"/>
        </a:accent3>
        <a:accent4>
          <a:srgbClr val="5A696E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0A2D6E"/>
        </a:accent1>
        <a:accent2>
          <a:srgbClr val="005AA0"/>
        </a:accent2>
        <a:accent3>
          <a:srgbClr val="8CB423"/>
        </a:accent3>
        <a:accent4>
          <a:srgbClr val="5A696E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0A2D6E"/>
        </a:accent1>
        <a:accent2>
          <a:srgbClr val="005AA0"/>
        </a:accent2>
        <a:accent3>
          <a:srgbClr val="8CB423"/>
        </a:accent3>
        <a:accent4>
          <a:srgbClr val="5A696E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5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0A2D6E"/>
        </a:accent1>
        <a:accent2>
          <a:srgbClr val="005AA0"/>
        </a:accent2>
        <a:accent3>
          <a:srgbClr val="8CB423"/>
        </a:accent3>
        <a:accent4>
          <a:srgbClr val="5A696E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0A2D6E"/>
      </a:accent1>
      <a:accent2>
        <a:srgbClr val="005AA0"/>
      </a:accent2>
      <a:accent3>
        <a:srgbClr val="8CB423"/>
      </a:accent3>
      <a:accent4>
        <a:srgbClr val="5A696E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esentatio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0A2D6E"/>
        </a:accent1>
        <a:accent2>
          <a:srgbClr val="005AA0"/>
        </a:accent2>
        <a:accent3>
          <a:srgbClr val="8CB423"/>
        </a:accent3>
        <a:accent4>
          <a:srgbClr val="5A696E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0A2D6E"/>
        </a:accent1>
        <a:accent2>
          <a:srgbClr val="005AA0"/>
        </a:accent2>
        <a:accent3>
          <a:srgbClr val="8CB423"/>
        </a:accent3>
        <a:accent4>
          <a:srgbClr val="5A696E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0A2D6E"/>
        </a:accent1>
        <a:accent2>
          <a:srgbClr val="005AA0"/>
        </a:accent2>
        <a:accent3>
          <a:srgbClr val="8CB423"/>
        </a:accent3>
        <a:accent4>
          <a:srgbClr val="5A696E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0A2D6E"/>
        </a:accent1>
        <a:accent2>
          <a:srgbClr val="005AA0"/>
        </a:accent2>
        <a:accent3>
          <a:srgbClr val="8CB423"/>
        </a:accent3>
        <a:accent4>
          <a:srgbClr val="5A696E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5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0A2D6E"/>
        </a:accent1>
        <a:accent2>
          <a:srgbClr val="005AA0"/>
        </a:accent2>
        <a:accent3>
          <a:srgbClr val="8CB423"/>
        </a:accent3>
        <a:accent4>
          <a:srgbClr val="5A696E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522</Words>
  <Application>Microsoft Office PowerPoint</Application>
  <DocSecurity>0</DocSecurity>
  <PresentationFormat>Bildschirmpräsentation (16:9)</PresentationFormat>
  <Paragraphs>122</Paragraphs>
  <Slides>13</Slides>
  <Notes>11</Notes>
  <HiddenSlides>0</HiddenSlides>
  <MMClips>0</MMClips>
  <ScaleCrop>false</ScaleCrop>
  <HeadingPairs>
    <vt:vector size="4" baseType="variant">
      <vt:variant>
        <vt:lpstr>Design</vt:lpstr>
      </vt:variant>
      <vt:variant>
        <vt:i4>3</vt:i4>
      </vt:variant>
      <vt:variant>
        <vt:lpstr>Folientitel</vt:lpstr>
      </vt:variant>
      <vt:variant>
        <vt:i4>13</vt:i4>
      </vt:variant>
    </vt:vector>
  </HeadingPairs>
  <TitlesOfParts>
    <vt:vector size="16" baseType="lpstr">
      <vt:lpstr>Presentation</vt:lpstr>
      <vt:lpstr>Presentation</vt:lpstr>
      <vt:lpstr>Presentation</vt:lpstr>
      <vt:lpstr>Introduction to  Software Processes and Change Management</vt:lpstr>
      <vt:lpstr>Why is Software Development such a hard Task?</vt:lpstr>
      <vt:lpstr>Why is Software Development such a hard Task? Typical Problems</vt:lpstr>
      <vt:lpstr>A little Bit of History Bigger* Computers, bigger Software, bigger Problems…</vt:lpstr>
      <vt:lpstr>A little Bit of History How “Programming” became “Software Development“</vt:lpstr>
      <vt:lpstr>Exemplary Software Methodologies  Classical Sequential Approach (aka: Waterfall)</vt:lpstr>
      <vt:lpstr>Exemplary Software Methodologies  Modern Approaches</vt:lpstr>
      <vt:lpstr>Change Management</vt:lpstr>
      <vt:lpstr>WANTED: A Change Process fitting your Needs!</vt:lpstr>
      <vt:lpstr>How do you develop Software?</vt:lpstr>
      <vt:lpstr>In this Workshop: Demonstrate an exemplary Change Process supported by Git and GitLab</vt:lpstr>
      <vt:lpstr>Key Points</vt:lpstr>
      <vt:lpstr>Image Credits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Share your Research Code as Open Source Software</dc:title>
  <dc:creator>Kurnatowski, Lynn von</dc:creator>
  <cp:lastModifiedBy>Schlauch, Tobias</cp:lastModifiedBy>
  <cp:revision>139</cp:revision>
  <dcterms:created xsi:type="dcterms:W3CDTF">2019-10-16T19:11:45Z</dcterms:created>
  <dcterms:modified xsi:type="dcterms:W3CDTF">2020-06-08T10:44:02Z</dcterms:modified>
  <dc:identifier/>
  <dc:language/>
  <cp:version/>
</cp:coreProperties>
</file>